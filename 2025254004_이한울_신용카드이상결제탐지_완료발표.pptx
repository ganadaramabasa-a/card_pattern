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62" r:id="rId4"/>
    <p:sldId id="263" r:id="rId5"/>
    <p:sldId id="265" r:id="rId6"/>
    <p:sldId id="266" r:id="rId7"/>
    <p:sldId id="264" r:id="rId8"/>
    <p:sldId id="267" r:id="rId9"/>
    <p:sldId id="268" r:id="rId10"/>
    <p:sldId id="269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842"/>
    <a:srgbClr val="A855F7"/>
    <a:srgbClr val="E9AF00"/>
    <a:srgbClr val="3B82F6"/>
    <a:srgbClr val="F8FAFC"/>
    <a:srgbClr val="09A147"/>
    <a:srgbClr val="155FEB"/>
    <a:srgbClr val="DB4E74"/>
    <a:srgbClr val="453C4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A38B8-0A8F-4C8B-881E-4ADC5F205FA8}" v="42" dt="2025-12-02T07:54:19.636"/>
    <p1510:client id="{977F6610-D12D-4ECE-8BD9-4082C89A0A13}" v="2" dt="2025-12-02T09:47:00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80" autoAdjust="0"/>
    <p:restoredTop sz="94667" autoAdjust="0"/>
  </p:normalViewPr>
  <p:slideViewPr>
    <p:cSldViewPr snapToGrid="0">
      <p:cViewPr varScale="1">
        <p:scale>
          <a:sx n="101" d="100"/>
          <a:sy n="101" d="100"/>
        </p:scale>
        <p:origin x="1314" y="102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한울" userId="6b68113f-130c-4b5b-be79-d122776f77ec" providerId="ADAL" clId="{44A545ED-71DC-4521-9A3F-1E5E487DB1F8}"/>
    <pc:docChg chg="undo custSel addSld delSld modSld">
      <pc:chgData name="이한울" userId="6b68113f-130c-4b5b-be79-d122776f77ec" providerId="ADAL" clId="{44A545ED-71DC-4521-9A3F-1E5E487DB1F8}" dt="2025-12-02T09:47:00.768" v="587"/>
      <pc:docMkLst>
        <pc:docMk/>
      </pc:docMkLst>
      <pc:sldChg chg="addSp delSp modSp new mod setBg">
        <pc:chgData name="이한울" userId="6b68113f-130c-4b5b-be79-d122776f77ec" providerId="ADAL" clId="{44A545ED-71DC-4521-9A3F-1E5E487DB1F8}" dt="2025-11-25T10:53:50.285" v="495" actId="1036"/>
        <pc:sldMkLst>
          <pc:docMk/>
          <pc:sldMk cId="2862656377" sldId="261"/>
        </pc:sldMkLst>
        <pc:spChg chg="add mod">
          <ac:chgData name="이한울" userId="6b68113f-130c-4b5b-be79-d122776f77ec" providerId="ADAL" clId="{44A545ED-71DC-4521-9A3F-1E5E487DB1F8}" dt="2025-11-25T10:29:42.718" v="109" actId="14861"/>
          <ac:spMkLst>
            <pc:docMk/>
            <pc:sldMk cId="2862656377" sldId="261"/>
            <ac:spMk id="4" creationId="{40CE5D12-0FA1-8AE6-8E0C-EA4E966FF2FE}"/>
          </ac:spMkLst>
        </pc:spChg>
        <pc:spChg chg="add mod">
          <ac:chgData name="이한울" userId="6b68113f-130c-4b5b-be79-d122776f77ec" providerId="ADAL" clId="{44A545ED-71DC-4521-9A3F-1E5E487DB1F8}" dt="2025-11-25T10:32:59.713" v="194" actId="207"/>
          <ac:spMkLst>
            <pc:docMk/>
            <pc:sldMk cId="2862656377" sldId="261"/>
            <ac:spMk id="6" creationId="{1083FDCF-80DC-3B65-6600-0138E555127C}"/>
          </ac:spMkLst>
        </pc:spChg>
        <pc:spChg chg="add mod">
          <ac:chgData name="이한울" userId="6b68113f-130c-4b5b-be79-d122776f77ec" providerId="ADAL" clId="{44A545ED-71DC-4521-9A3F-1E5E487DB1F8}" dt="2025-11-25T10:38:20.044" v="342" actId="1036"/>
          <ac:spMkLst>
            <pc:docMk/>
            <pc:sldMk cId="2862656377" sldId="261"/>
            <ac:spMk id="13" creationId="{EC6789F2-BE53-296D-E11C-2C168A03795F}"/>
          </ac:spMkLst>
        </pc:spChg>
        <pc:spChg chg="add mod">
          <ac:chgData name="이한울" userId="6b68113f-130c-4b5b-be79-d122776f77ec" providerId="ADAL" clId="{44A545ED-71DC-4521-9A3F-1E5E487DB1F8}" dt="2025-11-25T10:39:04.666" v="350" actId="14100"/>
          <ac:spMkLst>
            <pc:docMk/>
            <pc:sldMk cId="2862656377" sldId="261"/>
            <ac:spMk id="14" creationId="{D0288193-1840-C074-C8F3-0706FDA513C5}"/>
          </ac:spMkLst>
        </pc:spChg>
        <pc:spChg chg="add mod">
          <ac:chgData name="이한울" userId="6b68113f-130c-4b5b-be79-d122776f77ec" providerId="ADAL" clId="{44A545ED-71DC-4521-9A3F-1E5E487DB1F8}" dt="2025-11-25T10:39:04.666" v="350" actId="14100"/>
          <ac:spMkLst>
            <pc:docMk/>
            <pc:sldMk cId="2862656377" sldId="261"/>
            <ac:spMk id="15" creationId="{507D6707-1F97-7219-72C7-E5B8DE64C5FE}"/>
          </ac:spMkLst>
        </pc:spChg>
        <pc:spChg chg="add mod">
          <ac:chgData name="이한울" userId="6b68113f-130c-4b5b-be79-d122776f77ec" providerId="ADAL" clId="{44A545ED-71DC-4521-9A3F-1E5E487DB1F8}" dt="2025-11-25T10:41:34.666" v="415"/>
          <ac:spMkLst>
            <pc:docMk/>
            <pc:sldMk cId="2862656377" sldId="261"/>
            <ac:spMk id="16" creationId="{FCF1933B-9A11-7A5C-93FC-6AF4E4A26ABB}"/>
          </ac:spMkLst>
        </pc:spChg>
        <pc:spChg chg="add mod">
          <ac:chgData name="이한울" userId="6b68113f-130c-4b5b-be79-d122776f77ec" providerId="ADAL" clId="{44A545ED-71DC-4521-9A3F-1E5E487DB1F8}" dt="2025-11-25T10:43:03.885" v="432"/>
          <ac:spMkLst>
            <pc:docMk/>
            <pc:sldMk cId="2862656377" sldId="261"/>
            <ac:spMk id="17" creationId="{4D6A1DB0-1E2E-D3B5-4050-088A93E93E12}"/>
          </ac:spMkLst>
        </pc:spChg>
        <pc:spChg chg="add mod">
          <ac:chgData name="이한울" userId="6b68113f-130c-4b5b-be79-d122776f77ec" providerId="ADAL" clId="{44A545ED-71DC-4521-9A3F-1E5E487DB1F8}" dt="2025-11-25T10:52:46.329" v="447"/>
          <ac:spMkLst>
            <pc:docMk/>
            <pc:sldMk cId="2862656377" sldId="261"/>
            <ac:spMk id="18" creationId="{D4150F97-D92E-1365-C05E-2557FCE6E5FD}"/>
          </ac:spMkLst>
        </pc:spChg>
        <pc:spChg chg="add mod">
          <ac:chgData name="이한울" userId="6b68113f-130c-4b5b-be79-d122776f77ec" providerId="ADAL" clId="{44A545ED-71DC-4521-9A3F-1E5E487DB1F8}" dt="2025-11-25T10:52:46.329" v="447"/>
          <ac:spMkLst>
            <pc:docMk/>
            <pc:sldMk cId="2862656377" sldId="261"/>
            <ac:spMk id="19" creationId="{EFC3ED5C-A7EB-55D5-438C-DA9C8E185D8A}"/>
          </ac:spMkLst>
        </pc:spChg>
        <pc:spChg chg="add mod">
          <ac:chgData name="이한울" userId="6b68113f-130c-4b5b-be79-d122776f77ec" providerId="ADAL" clId="{44A545ED-71DC-4521-9A3F-1E5E487DB1F8}" dt="2025-11-25T10:53:50.285" v="495" actId="1036"/>
          <ac:spMkLst>
            <pc:docMk/>
            <pc:sldMk cId="2862656377" sldId="261"/>
            <ac:spMk id="20" creationId="{EB44A13C-B096-C2BF-97C4-30C6A41B157F}"/>
          </ac:spMkLst>
        </pc:spChg>
        <pc:spChg chg="add mod">
          <ac:chgData name="이한울" userId="6b68113f-130c-4b5b-be79-d122776f77ec" providerId="ADAL" clId="{44A545ED-71DC-4521-9A3F-1E5E487DB1F8}" dt="2025-11-25T10:53:50.285" v="495" actId="1036"/>
          <ac:spMkLst>
            <pc:docMk/>
            <pc:sldMk cId="2862656377" sldId="261"/>
            <ac:spMk id="21" creationId="{41E23638-321A-2A3D-767D-41F192EB434F}"/>
          </ac:spMkLst>
        </pc:spChg>
        <pc:cxnChg chg="add mod">
          <ac:chgData name="이한울" userId="6b68113f-130c-4b5b-be79-d122776f77ec" providerId="ADAL" clId="{44A545ED-71DC-4521-9A3F-1E5E487DB1F8}" dt="2025-11-25T10:32:42.273" v="193" actId="1035"/>
          <ac:cxnSpMkLst>
            <pc:docMk/>
            <pc:sldMk cId="2862656377" sldId="261"/>
            <ac:cxnSpMk id="9" creationId="{FA641B4E-24AE-DFCD-A85E-C279FB0F78FE}"/>
          </ac:cxnSpMkLst>
        </pc:cxnChg>
      </pc:sldChg>
      <pc:sldChg chg="modSp mod">
        <pc:chgData name="이한울" userId="6b68113f-130c-4b5b-be79-d122776f77ec" providerId="ADAL" clId="{44A545ED-71DC-4521-9A3F-1E5E487DB1F8}" dt="2025-12-02T09:47:00.768" v="587"/>
        <pc:sldMkLst>
          <pc:docMk/>
          <pc:sldMk cId="2667498715" sldId="263"/>
        </pc:sldMkLst>
        <pc:spChg chg="mod">
          <ac:chgData name="이한울" userId="6b68113f-130c-4b5b-be79-d122776f77ec" providerId="ADAL" clId="{44A545ED-71DC-4521-9A3F-1E5E487DB1F8}" dt="2025-12-02T09:47:00.768" v="587"/>
          <ac:spMkLst>
            <pc:docMk/>
            <pc:sldMk cId="2667498715" sldId="263"/>
            <ac:spMk id="22" creationId="{2EA9C152-A687-320D-11A8-F1D7709C688A}"/>
          </ac:spMkLst>
        </pc:spChg>
      </pc:sldChg>
    </pc:docChg>
  </pc:docChgLst>
  <pc:docChgLst>
    <pc:chgData name="이한울" userId="6b68113f-130c-4b5b-be79-d122776f77ec" providerId="ADAL" clId="{50F36C8F-82A7-4DEA-9B9A-6AD1C64B5DF1}"/>
    <pc:docChg chg="undo custSel addSld delSld modSld sldOrd">
      <pc:chgData name="이한울" userId="6b68113f-130c-4b5b-be79-d122776f77ec" providerId="ADAL" clId="{50F36C8F-82A7-4DEA-9B9A-6AD1C64B5DF1}" dt="2025-12-02T07:56:23.961" v="850" actId="47"/>
      <pc:docMkLst>
        <pc:docMk/>
      </pc:docMkLst>
      <pc:sldChg chg="addSp delSp modSp del mod">
        <pc:chgData name="이한울" userId="6b68113f-130c-4b5b-be79-d122776f77ec" providerId="ADAL" clId="{50F36C8F-82A7-4DEA-9B9A-6AD1C64B5DF1}" dt="2025-12-02T04:43:28.841" v="454" actId="47"/>
        <pc:sldMkLst>
          <pc:docMk/>
          <pc:sldMk cId="2178345436" sldId="258"/>
        </pc:sldMkLst>
        <pc:spChg chg="add del mod">
          <ac:chgData name="이한울" userId="6b68113f-130c-4b5b-be79-d122776f77ec" providerId="ADAL" clId="{50F36C8F-82A7-4DEA-9B9A-6AD1C64B5DF1}" dt="2025-12-02T04:39:13.198" v="260" actId="21"/>
          <ac:spMkLst>
            <pc:docMk/>
            <pc:sldMk cId="2178345436" sldId="258"/>
            <ac:spMk id="2" creationId="{02A255CE-0AA6-DFFE-528C-FE3A0EA1592C}"/>
          </ac:spMkLst>
        </pc:spChg>
        <pc:spChg chg="add del mod">
          <ac:chgData name="이한울" userId="6b68113f-130c-4b5b-be79-d122776f77ec" providerId="ADAL" clId="{50F36C8F-82A7-4DEA-9B9A-6AD1C64B5DF1}" dt="2025-12-02T04:38:02.866" v="145" actId="478"/>
          <ac:spMkLst>
            <pc:docMk/>
            <pc:sldMk cId="2178345436" sldId="258"/>
            <ac:spMk id="3" creationId="{96049639-7AC7-160C-0FB7-5DD62652C3A1}"/>
          </ac:spMkLst>
        </pc:spChg>
        <pc:spChg chg="add del mod">
          <ac:chgData name="이한울" userId="6b68113f-130c-4b5b-be79-d122776f77ec" providerId="ADAL" clId="{50F36C8F-82A7-4DEA-9B9A-6AD1C64B5DF1}" dt="2025-12-02T04:39:13.198" v="260" actId="21"/>
          <ac:spMkLst>
            <pc:docMk/>
            <pc:sldMk cId="2178345436" sldId="258"/>
            <ac:spMk id="4" creationId="{D86C8A39-2FE3-30B7-2F07-594FC89D8E26}"/>
          </ac:spMkLst>
        </pc:spChg>
        <pc:picChg chg="mod">
          <ac:chgData name="이한울" userId="6b68113f-130c-4b5b-be79-d122776f77ec" providerId="ADAL" clId="{50F36C8F-82A7-4DEA-9B9A-6AD1C64B5DF1}" dt="2025-12-02T04:39:00.139" v="256" actId="1076"/>
          <ac:picMkLst>
            <pc:docMk/>
            <pc:sldMk cId="2178345436" sldId="258"/>
            <ac:picMk id="5" creationId="{EA23F6BA-60FC-25C4-085B-46805B2C5F93}"/>
          </ac:picMkLst>
        </pc:picChg>
        <pc:cxnChg chg="add del mod">
          <ac:chgData name="이한울" userId="6b68113f-130c-4b5b-be79-d122776f77ec" providerId="ADAL" clId="{50F36C8F-82A7-4DEA-9B9A-6AD1C64B5DF1}" dt="2025-12-02T04:42:50.503" v="445" actId="21"/>
          <ac:cxnSpMkLst>
            <pc:docMk/>
            <pc:sldMk cId="2178345436" sldId="258"/>
            <ac:cxnSpMk id="7" creationId="{92FF6637-07CA-D711-BF58-BA72D29B7ECA}"/>
          </ac:cxnSpMkLst>
        </pc:cxnChg>
      </pc:sldChg>
      <pc:sldChg chg="del">
        <pc:chgData name="이한울" userId="6b68113f-130c-4b5b-be79-d122776f77ec" providerId="ADAL" clId="{50F36C8F-82A7-4DEA-9B9A-6AD1C64B5DF1}" dt="2025-12-02T07:55:00.916" v="811" actId="47"/>
        <pc:sldMkLst>
          <pc:docMk/>
          <pc:sldMk cId="2572161031" sldId="259"/>
        </pc:sldMkLst>
      </pc:sldChg>
      <pc:sldChg chg="del">
        <pc:chgData name="이한울" userId="6b68113f-130c-4b5b-be79-d122776f77ec" providerId="ADAL" clId="{50F36C8F-82A7-4DEA-9B9A-6AD1C64B5DF1}" dt="2025-12-02T07:56:23.961" v="850" actId="47"/>
        <pc:sldMkLst>
          <pc:docMk/>
          <pc:sldMk cId="2296428506" sldId="260"/>
        </pc:sldMkLst>
      </pc:sldChg>
      <pc:sldChg chg="modSp mod setBg">
        <pc:chgData name="이한울" userId="6b68113f-130c-4b5b-be79-d122776f77ec" providerId="ADAL" clId="{50F36C8F-82A7-4DEA-9B9A-6AD1C64B5DF1}" dt="2025-12-02T04:44:35.038" v="539" actId="113"/>
        <pc:sldMkLst>
          <pc:docMk/>
          <pc:sldMk cId="2862656377" sldId="261"/>
        </pc:sldMkLst>
        <pc:spChg chg="mod">
          <ac:chgData name="이한울" userId="6b68113f-130c-4b5b-be79-d122776f77ec" providerId="ADAL" clId="{50F36C8F-82A7-4DEA-9B9A-6AD1C64B5DF1}" dt="2025-12-02T04:44:35.038" v="539" actId="113"/>
          <ac:spMkLst>
            <pc:docMk/>
            <pc:sldMk cId="2862656377" sldId="261"/>
            <ac:spMk id="6" creationId="{1083FDCF-80DC-3B65-6600-0138E555127C}"/>
          </ac:spMkLst>
        </pc:spChg>
      </pc:sldChg>
      <pc:sldChg chg="addSp delSp modSp new mod ord setBg">
        <pc:chgData name="이한울" userId="6b68113f-130c-4b5b-be79-d122776f77ec" providerId="ADAL" clId="{50F36C8F-82A7-4DEA-9B9A-6AD1C64B5DF1}" dt="2025-12-02T04:44:33.312" v="538" actId="113"/>
        <pc:sldMkLst>
          <pc:docMk/>
          <pc:sldMk cId="3830960303" sldId="262"/>
        </pc:sldMkLst>
        <pc:spChg chg="del">
          <ac:chgData name="이한울" userId="6b68113f-130c-4b5b-be79-d122776f77ec" providerId="ADAL" clId="{50F36C8F-82A7-4DEA-9B9A-6AD1C64B5DF1}" dt="2025-12-02T04:34:29.043" v="7" actId="478"/>
          <ac:spMkLst>
            <pc:docMk/>
            <pc:sldMk cId="3830960303" sldId="262"/>
            <ac:spMk id="2" creationId="{3CF9ED57-697E-548D-8556-7B4E6C03E284}"/>
          </ac:spMkLst>
        </pc:spChg>
        <pc:spChg chg="del">
          <ac:chgData name="이한울" userId="6b68113f-130c-4b5b-be79-d122776f77ec" providerId="ADAL" clId="{50F36C8F-82A7-4DEA-9B9A-6AD1C64B5DF1}" dt="2025-12-02T04:34:29.043" v="7" actId="478"/>
          <ac:spMkLst>
            <pc:docMk/>
            <pc:sldMk cId="3830960303" sldId="262"/>
            <ac:spMk id="3" creationId="{BF4B314B-E276-D2BC-A4F9-91CFAD609FAB}"/>
          </ac:spMkLst>
        </pc:spChg>
        <pc:spChg chg="add mod">
          <ac:chgData name="이한울" userId="6b68113f-130c-4b5b-be79-d122776f77ec" providerId="ADAL" clId="{50F36C8F-82A7-4DEA-9B9A-6AD1C64B5DF1}" dt="2025-12-02T04:34:48.848" v="8"/>
          <ac:spMkLst>
            <pc:docMk/>
            <pc:sldMk cId="3830960303" sldId="262"/>
            <ac:spMk id="4" creationId="{806778E5-8FD2-0AD1-CD49-77949CC3906A}"/>
          </ac:spMkLst>
        </pc:spChg>
        <pc:spChg chg="add mod">
          <ac:chgData name="이한울" userId="6b68113f-130c-4b5b-be79-d122776f77ec" providerId="ADAL" clId="{50F36C8F-82A7-4DEA-9B9A-6AD1C64B5DF1}" dt="2025-12-02T04:44:33.312" v="538" actId="113"/>
          <ac:spMkLst>
            <pc:docMk/>
            <pc:sldMk cId="3830960303" sldId="262"/>
            <ac:spMk id="5" creationId="{6B19CB4C-1CE9-5590-DC95-4E954B66555B}"/>
          </ac:spMkLst>
        </pc:spChg>
        <pc:spChg chg="add mod">
          <ac:chgData name="이한울" userId="6b68113f-130c-4b5b-be79-d122776f77ec" providerId="ADAL" clId="{50F36C8F-82A7-4DEA-9B9A-6AD1C64B5DF1}" dt="2025-12-02T04:37:04.436" v="137" actId="20577"/>
          <ac:spMkLst>
            <pc:docMk/>
            <pc:sldMk cId="3830960303" sldId="262"/>
            <ac:spMk id="7" creationId="{5DB079A8-7328-E257-5839-40CD435D35D4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9" creationId="{02A255CE-0AA6-DFFE-528C-FE3A0EA1592C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0" creationId="{D86C8A39-2FE3-30B7-2F07-594FC89D8E26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1" creationId="{FA16E20F-5126-3B85-B21D-AF1DA7E72FCC}"/>
          </ac:spMkLst>
        </pc:spChg>
        <pc:spChg chg="add mod">
          <ac:chgData name="이한울" userId="6b68113f-130c-4b5b-be79-d122776f77ec" providerId="ADAL" clId="{50F36C8F-82A7-4DEA-9B9A-6AD1C64B5DF1}" dt="2025-12-02T04:41:46.222" v="438" actId="1076"/>
          <ac:spMkLst>
            <pc:docMk/>
            <pc:sldMk cId="3830960303" sldId="262"/>
            <ac:spMk id="12" creationId="{03F3F774-E35D-03CB-3E68-EBA72BCDB77E}"/>
          </ac:spMkLst>
        </pc:spChg>
        <pc:picChg chg="add del mod">
          <ac:chgData name="이한울" userId="6b68113f-130c-4b5b-be79-d122776f77ec" providerId="ADAL" clId="{50F36C8F-82A7-4DEA-9B9A-6AD1C64B5DF1}" dt="2025-12-02T04:41:33.678" v="436" actId="478"/>
          <ac:picMkLst>
            <pc:docMk/>
            <pc:sldMk cId="3830960303" sldId="262"/>
            <ac:picMk id="8" creationId="{9F559771-65D7-AEB4-B918-8D76ACEFF234}"/>
          </ac:picMkLst>
        </pc:picChg>
        <pc:cxnChg chg="add mod">
          <ac:chgData name="이한울" userId="6b68113f-130c-4b5b-be79-d122776f77ec" providerId="ADAL" clId="{50F36C8F-82A7-4DEA-9B9A-6AD1C64B5DF1}" dt="2025-12-02T04:34:48.848" v="8"/>
          <ac:cxnSpMkLst>
            <pc:docMk/>
            <pc:sldMk cId="3830960303" sldId="262"/>
            <ac:cxnSpMk id="6" creationId="{D0D54C99-4452-CBC2-021F-707851F5C666}"/>
          </ac:cxnSpMkLst>
        </pc:cxnChg>
        <pc:cxnChg chg="add mod">
          <ac:chgData name="이한울" userId="6b68113f-130c-4b5b-be79-d122776f77ec" providerId="ADAL" clId="{50F36C8F-82A7-4DEA-9B9A-6AD1C64B5DF1}" dt="2025-12-02T04:43:18.449" v="451" actId="1076"/>
          <ac:cxnSpMkLst>
            <pc:docMk/>
            <pc:sldMk cId="3830960303" sldId="262"/>
            <ac:cxnSpMk id="13" creationId="{92FF6637-07CA-D711-BF58-BA72D29B7ECA}"/>
          </ac:cxnSpMkLst>
        </pc:cxnChg>
        <pc:cxnChg chg="add mod">
          <ac:chgData name="이한울" userId="6b68113f-130c-4b5b-be79-d122776f77ec" providerId="ADAL" clId="{50F36C8F-82A7-4DEA-9B9A-6AD1C64B5DF1}" dt="2025-12-02T04:43:21.517" v="452" actId="571"/>
          <ac:cxnSpMkLst>
            <pc:docMk/>
            <pc:sldMk cId="3830960303" sldId="262"/>
            <ac:cxnSpMk id="15" creationId="{4EE022C5-037F-10BE-4233-0A86696A6582}"/>
          </ac:cxnSpMkLst>
        </pc:cxnChg>
        <pc:cxnChg chg="add mod">
          <ac:chgData name="이한울" userId="6b68113f-130c-4b5b-be79-d122776f77ec" providerId="ADAL" clId="{50F36C8F-82A7-4DEA-9B9A-6AD1C64B5DF1}" dt="2025-12-02T04:43:24.050" v="453" actId="571"/>
          <ac:cxnSpMkLst>
            <pc:docMk/>
            <pc:sldMk cId="3830960303" sldId="262"/>
            <ac:cxnSpMk id="16" creationId="{CFE6DC63-461A-F959-93C6-1DD273E0D8DA}"/>
          </ac:cxnSpMkLst>
        </pc:cxnChg>
      </pc:sldChg>
      <pc:sldChg chg="new del">
        <pc:chgData name="이한울" userId="6b68113f-130c-4b5b-be79-d122776f77ec" providerId="ADAL" clId="{50F36C8F-82A7-4DEA-9B9A-6AD1C64B5DF1}" dt="2025-12-02T04:38:32.112" v="187" actId="680"/>
        <pc:sldMkLst>
          <pc:docMk/>
          <pc:sldMk cId="982292277" sldId="263"/>
        </pc:sldMkLst>
      </pc:sldChg>
      <pc:sldChg chg="addSp delSp modSp new mod ord setBg">
        <pc:chgData name="이한울" userId="6b68113f-130c-4b5b-be79-d122776f77ec" providerId="ADAL" clId="{50F36C8F-82A7-4DEA-9B9A-6AD1C64B5DF1}" dt="2025-12-02T07:56:18.175" v="849" actId="1076"/>
        <pc:sldMkLst>
          <pc:docMk/>
          <pc:sldMk cId="2667498715" sldId="263"/>
        </pc:sldMkLst>
        <pc:spChg chg="del">
          <ac:chgData name="이한울" userId="6b68113f-130c-4b5b-be79-d122776f77ec" providerId="ADAL" clId="{50F36C8F-82A7-4DEA-9B9A-6AD1C64B5DF1}" dt="2025-12-02T04:43:34.693" v="458" actId="478"/>
          <ac:spMkLst>
            <pc:docMk/>
            <pc:sldMk cId="2667498715" sldId="263"/>
            <ac:spMk id="2" creationId="{CBF50228-1D01-9044-A1C5-B6ACA821424C}"/>
          </ac:spMkLst>
        </pc:spChg>
        <pc:spChg chg="del">
          <ac:chgData name="이한울" userId="6b68113f-130c-4b5b-be79-d122776f77ec" providerId="ADAL" clId="{50F36C8F-82A7-4DEA-9B9A-6AD1C64B5DF1}" dt="2025-12-02T04:43:34.693" v="458" actId="478"/>
          <ac:spMkLst>
            <pc:docMk/>
            <pc:sldMk cId="2667498715" sldId="263"/>
            <ac:spMk id="3" creationId="{EEBC2B93-6DDF-F0D3-2619-284574FE058A}"/>
          </ac:spMkLst>
        </pc:spChg>
        <pc:spChg chg="add mod">
          <ac:chgData name="이한울" userId="6b68113f-130c-4b5b-be79-d122776f77ec" providerId="ADAL" clId="{50F36C8F-82A7-4DEA-9B9A-6AD1C64B5DF1}" dt="2025-12-02T04:43:50.254" v="460"/>
          <ac:spMkLst>
            <pc:docMk/>
            <pc:sldMk cId="2667498715" sldId="263"/>
            <ac:spMk id="4" creationId="{67524A5D-7ED1-C6E0-7B13-7554A876F153}"/>
          </ac:spMkLst>
        </pc:spChg>
        <pc:spChg chg="add mod">
          <ac:chgData name="이한울" userId="6b68113f-130c-4b5b-be79-d122776f77ec" providerId="ADAL" clId="{50F36C8F-82A7-4DEA-9B9A-6AD1C64B5DF1}" dt="2025-12-02T04:44:31.151" v="537" actId="113"/>
          <ac:spMkLst>
            <pc:docMk/>
            <pc:sldMk cId="2667498715" sldId="263"/>
            <ac:spMk id="5" creationId="{3CB57F96-DDED-1273-6D7F-0438D3370EF9}"/>
          </ac:spMkLst>
        </pc:spChg>
        <pc:spChg chg="add mod">
          <ac:chgData name="이한울" userId="6b68113f-130c-4b5b-be79-d122776f77ec" providerId="ADAL" clId="{50F36C8F-82A7-4DEA-9B9A-6AD1C64B5DF1}" dt="2025-12-02T04:45:15.152" v="562" actId="20577"/>
          <ac:spMkLst>
            <pc:docMk/>
            <pc:sldMk cId="2667498715" sldId="263"/>
            <ac:spMk id="7" creationId="{823B0A7D-9398-56C4-BE8C-14DD5C3E6EBF}"/>
          </ac:spMkLst>
        </pc:spChg>
        <pc:spChg chg="add mo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9" creationId="{ADA65095-BCEC-2CB2-4CF9-A80AF7538942}"/>
          </ac:spMkLst>
        </pc:spChg>
        <pc:spChg chg="add del mod">
          <ac:chgData name="이한울" userId="6b68113f-130c-4b5b-be79-d122776f77ec" providerId="ADAL" clId="{50F36C8F-82A7-4DEA-9B9A-6AD1C64B5DF1}" dt="2025-12-02T07:40:42.579" v="618" actId="478"/>
          <ac:spMkLst>
            <pc:docMk/>
            <pc:sldMk cId="2667498715" sldId="263"/>
            <ac:spMk id="10" creationId="{A5899B71-7410-329F-455B-CA56C9199B28}"/>
          </ac:spMkLst>
        </pc:spChg>
        <pc:spChg chg="add del mod">
          <ac:chgData name="이한울" userId="6b68113f-130c-4b5b-be79-d122776f77ec" providerId="ADAL" clId="{50F36C8F-82A7-4DEA-9B9A-6AD1C64B5DF1}" dt="2025-12-02T07:40:37.166" v="617" actId="478"/>
          <ac:spMkLst>
            <pc:docMk/>
            <pc:sldMk cId="2667498715" sldId="263"/>
            <ac:spMk id="11" creationId="{C81000C6-12B9-A882-4008-33069F85B494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2" creationId="{75DA3277-C6D3-0823-0634-2C078979D0FA}"/>
          </ac:spMkLst>
        </pc:spChg>
        <pc:spChg chg="add mod">
          <ac:chgData name="이한울" userId="6b68113f-130c-4b5b-be79-d122776f77ec" providerId="ADAL" clId="{50F36C8F-82A7-4DEA-9B9A-6AD1C64B5DF1}" dt="2025-12-02T07:43:11.218" v="651" actId="571"/>
          <ac:spMkLst>
            <pc:docMk/>
            <pc:sldMk cId="2667498715" sldId="263"/>
            <ac:spMk id="13" creationId="{97F95630-CFD5-E324-AF4E-1933A40BE008}"/>
          </ac:spMkLst>
        </pc:spChg>
        <pc:spChg chg="add mod">
          <ac:chgData name="이한울" userId="6b68113f-130c-4b5b-be79-d122776f77ec" providerId="ADAL" clId="{50F36C8F-82A7-4DEA-9B9A-6AD1C64B5DF1}" dt="2025-12-02T07:43:11.218" v="651" actId="571"/>
          <ac:spMkLst>
            <pc:docMk/>
            <pc:sldMk cId="2667498715" sldId="263"/>
            <ac:spMk id="14" creationId="{B4EC89E0-A07D-BD0C-C2F2-7616B2F5830B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5" creationId="{67AC80CC-34DF-64DF-197D-E45D616458B1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6" creationId="{F596DAA6-D7E6-0A85-BA3B-13B8F1524183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7" creationId="{797D4C91-A662-AEF3-08E8-4380FA9606C2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8" creationId="{F1D422AE-584B-485B-8647-F7D5A4E640EA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19" creationId="{2E862ED9-A5CD-6A4E-D1D3-2BA346E8BA78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20" creationId="{E37AAE45-50C5-5A70-8B50-EC07C7D55BB0}"/>
          </ac:spMkLst>
        </pc:spChg>
        <pc:spChg chg="add mod ord">
          <ac:chgData name="이한울" userId="6b68113f-130c-4b5b-be79-d122776f77ec" providerId="ADAL" clId="{50F36C8F-82A7-4DEA-9B9A-6AD1C64B5DF1}" dt="2025-12-02T07:54:19.635" v="804" actId="164"/>
          <ac:spMkLst>
            <pc:docMk/>
            <pc:sldMk cId="2667498715" sldId="263"/>
            <ac:spMk id="21" creationId="{428FD223-A7B0-8F55-D11D-3F7DD23291EB}"/>
          </ac:spMkLst>
        </pc:spChg>
        <pc:spChg chg="add mod">
          <ac:chgData name="이한울" userId="6b68113f-130c-4b5b-be79-d122776f77ec" providerId="ADAL" clId="{50F36C8F-82A7-4DEA-9B9A-6AD1C64B5DF1}" dt="2025-12-02T07:56:15.272" v="848" actId="1076"/>
          <ac:spMkLst>
            <pc:docMk/>
            <pc:sldMk cId="2667498715" sldId="263"/>
            <ac:spMk id="22" creationId="{2EA9C152-A687-320D-11A8-F1D7709C688A}"/>
          </ac:spMkLst>
        </pc:spChg>
        <pc:grpChg chg="add mod">
          <ac:chgData name="이한울" userId="6b68113f-130c-4b5b-be79-d122776f77ec" providerId="ADAL" clId="{50F36C8F-82A7-4DEA-9B9A-6AD1C64B5DF1}" dt="2025-12-02T07:56:18.175" v="849" actId="1076"/>
          <ac:grpSpMkLst>
            <pc:docMk/>
            <pc:sldMk cId="2667498715" sldId="263"/>
            <ac:grpSpMk id="23" creationId="{2EF0221C-03D0-E9B5-1CCD-9BC02DCC715A}"/>
          </ac:grpSpMkLst>
        </pc:grpChg>
        <pc:picChg chg="add del mod">
          <ac:chgData name="이한울" userId="6b68113f-130c-4b5b-be79-d122776f77ec" providerId="ADAL" clId="{50F36C8F-82A7-4DEA-9B9A-6AD1C64B5DF1}" dt="2025-12-02T07:55:51.111" v="817" actId="478"/>
          <ac:picMkLst>
            <pc:docMk/>
            <pc:sldMk cId="2667498715" sldId="263"/>
            <ac:picMk id="8" creationId="{E0066E7F-9699-0711-2F55-07829512F140}"/>
          </ac:picMkLst>
        </pc:picChg>
        <pc:cxnChg chg="add mod">
          <ac:chgData name="이한울" userId="6b68113f-130c-4b5b-be79-d122776f77ec" providerId="ADAL" clId="{50F36C8F-82A7-4DEA-9B9A-6AD1C64B5DF1}" dt="2025-12-02T04:43:50.254" v="460"/>
          <ac:cxnSpMkLst>
            <pc:docMk/>
            <pc:sldMk cId="2667498715" sldId="263"/>
            <ac:cxnSpMk id="6" creationId="{9A21BE1E-A7FA-7B7A-913F-9816C5FCF9A0}"/>
          </ac:cxnSpMkLst>
        </pc:cxnChg>
      </pc:sldChg>
    </pc:docChg>
  </pc:docChgLst>
  <pc:docChgLst>
    <pc:chgData name="이한울" userId="6b68113f-130c-4b5b-be79-d122776f77ec" providerId="ADAL" clId="{41991518-3E8B-4DB2-898B-9CC25729673A}"/>
    <pc:docChg chg="custSel addSld delSld modSld">
      <pc:chgData name="이한울" userId="6b68113f-130c-4b5b-be79-d122776f77ec" providerId="ADAL" clId="{41991518-3E8B-4DB2-898B-9CC25729673A}" dt="2025-11-25T10:25:29.683" v="143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1BF58-F202-43B9-A992-BE27F39B23E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56BA-50BC-4E63-8AE7-FBC110000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71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43408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99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543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96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Pretendard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47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30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5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66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62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68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5CAA-FE10-41F5-8443-2033884F0244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78F7-12EF-4868-88B8-23877AF0B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6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>
              <a:latin typeface="Pretendard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  <a:latin typeface="Pretendard"/>
              </a:defRPr>
            </a:lvl1pPr>
          </a:lstStyle>
          <a:p>
            <a:fld id="{03F95CAA-FE10-41F5-8443-2033884F0244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  <a:latin typeface="Pretendard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Pretendard"/>
              </a:defRPr>
            </a:lvl1pPr>
          </a:lstStyle>
          <a:p>
            <a:fld id="{581F78F7-12EF-4868-88B8-23877AF0BC1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40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Pretendard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Pretendard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Pretendard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81ADD-34C9-7619-8044-3C31A7653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신용카드</a:t>
            </a:r>
            <a:br>
              <a:rPr lang="en-US" altLang="ko-KR"/>
            </a:br>
            <a:r>
              <a:rPr lang="ko-KR" altLang="en-US"/>
              <a:t>이상결제 탐지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1529A-A021-C03D-1B60-29D3C5BA7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2025254004 </a:t>
            </a:r>
            <a:r>
              <a:rPr lang="ko-KR" altLang="en-US"/>
              <a:t>이한울</a:t>
            </a:r>
          </a:p>
        </p:txBody>
      </p:sp>
    </p:spTree>
    <p:extLst>
      <p:ext uri="{BB962C8B-B14F-4D97-AF65-F5344CB8AC3E}">
        <p14:creationId xmlns:p14="http://schemas.microsoft.com/office/powerpoint/2010/main" val="2166905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0CE5D12-0FA1-8AE6-8E0C-EA4E966FF2FE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3FDCF-80DC-3B65-6600-0138E555127C}"/>
              </a:ext>
            </a:extLst>
          </p:cNvPr>
          <p:cNvSpPr txBox="1"/>
          <p:nvPr/>
        </p:nvSpPr>
        <p:spPr>
          <a:xfrm>
            <a:off x="674915" y="493487"/>
            <a:ext cx="4174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1.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문제 제기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0.172%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의 도전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A641B4E-24AE-DFCD-A85E-C279FB0F78FE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6789F2-BE53-296D-E11C-2C168A03795F}"/>
              </a:ext>
            </a:extLst>
          </p:cNvPr>
          <p:cNvSpPr txBox="1"/>
          <p:nvPr/>
        </p:nvSpPr>
        <p:spPr>
          <a:xfrm>
            <a:off x="674915" y="1339149"/>
            <a:ext cx="95903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본 프로젝트는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Kaggle의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신용카드 거래 데이터를 기반으로 합니다. 이 데이터셋의 핵심 과제는 사기 거래(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Fraud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)가 전체 거래에서 극히 일부만을 차지한다는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‘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극심한 클래스 불균형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’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입니다. 이는 일반적인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머신러닝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모델이 다수를 차지하는 정상 거래에만 편향되어, 정작 중요한 소수의 사기 거래를 탐지하지 못하는 문제를 야기합니다.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0288193-1840-C074-C8F3-0706FDA513C5}"/>
              </a:ext>
            </a:extLst>
          </p:cNvPr>
          <p:cNvSpPr/>
          <p:nvPr/>
        </p:nvSpPr>
        <p:spPr>
          <a:xfrm>
            <a:off x="915031" y="3033485"/>
            <a:ext cx="2177143" cy="1021938"/>
          </a:xfrm>
          <a:prstGeom prst="roundRect">
            <a:avLst/>
          </a:prstGeom>
          <a:solidFill>
            <a:srgbClr val="EFF6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1E40AF"/>
                </a:solidFill>
                <a:latin typeface="+mj-ea"/>
                <a:ea typeface="+mj-ea"/>
              </a:rPr>
              <a:t>284,807</a:t>
            </a:r>
            <a:endParaRPr lang="en-US" altLang="ko-KR" b="1">
              <a:solidFill>
                <a:srgbClr val="1E40AF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>
                <a:solidFill>
                  <a:srgbClr val="4472EB"/>
                </a:solidFill>
                <a:latin typeface="+mj-ea"/>
                <a:ea typeface="+mj-ea"/>
              </a:rPr>
              <a:t>총 거래 건수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7D6707-1F97-7219-72C7-E5B8DE64C5FE}"/>
              </a:ext>
            </a:extLst>
          </p:cNvPr>
          <p:cNvSpPr/>
          <p:nvPr/>
        </p:nvSpPr>
        <p:spPr>
          <a:xfrm>
            <a:off x="3313846" y="3033485"/>
            <a:ext cx="2177143" cy="1021938"/>
          </a:xfrm>
          <a:prstGeom prst="roundRect">
            <a:avLst/>
          </a:prstGeom>
          <a:solidFill>
            <a:srgbClr val="FEF2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solidFill>
                  <a:srgbClr val="991B1B"/>
                </a:solidFill>
                <a:latin typeface="+mj-ea"/>
                <a:ea typeface="+mj-ea"/>
              </a:rPr>
              <a:t>284,807</a:t>
            </a:r>
            <a:endParaRPr lang="en-US" altLang="ko-KR" b="1">
              <a:solidFill>
                <a:srgbClr val="991B1B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200">
                <a:solidFill>
                  <a:srgbClr val="E12923"/>
                </a:solidFill>
                <a:latin typeface="+mj-ea"/>
                <a:ea typeface="+mj-ea"/>
              </a:rPr>
              <a:t>총 거래 건수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F1933B-9A11-7A5C-93FC-6AF4E4A26ABB}"/>
              </a:ext>
            </a:extLst>
          </p:cNvPr>
          <p:cNvSpPr txBox="1"/>
          <p:nvPr/>
        </p:nvSpPr>
        <p:spPr>
          <a:xfrm>
            <a:off x="841655" y="4310310"/>
            <a:ext cx="4947526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Pretendard"/>
              </a:rPr>
              <a:t>데이터 불균형의 심각성</a:t>
            </a:r>
            <a:endParaRPr lang="en-US" altLang="ko-KR" b="1" dirty="0">
              <a:latin typeface="Pretendard"/>
            </a:endParaRPr>
          </a:p>
          <a:p>
            <a:endParaRPr lang="ko-KR" altLang="en-US" sz="900" b="1" dirty="0">
              <a:latin typeface="Pretendard"/>
            </a:endParaRPr>
          </a:p>
          <a:p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위 도넛 차트는 전체 거래 중 사기 거래가 </a:t>
            </a:r>
            <a:r>
              <a:rPr lang="ko-KR" altLang="en-US" sz="1400" b="1" dirty="0">
                <a:solidFill>
                  <a:srgbClr val="DC2424"/>
                </a:solidFill>
                <a:latin typeface="Pretendard"/>
              </a:rPr>
              <a:t>단 0.172%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에 불과함을 보여줍니다. 만약 모델이 모든 거래를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‘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정상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’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이라고만 예측해도 99.828%의 정확도를 달성하게 됩니다. 따라서, 단순 정확도(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Accuracy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)는 이 문제에서 완전히 무의미한 평가 지표가 됩니다.</a:t>
            </a:r>
          </a:p>
        </p:txBody>
      </p:sp>
      <p:sp>
        <p:nvSpPr>
          <p:cNvPr id="17" name="막힌 원호 16">
            <a:extLst>
              <a:ext uri="{FF2B5EF4-FFF2-40B4-BE49-F238E27FC236}">
                <a16:creationId xmlns:a16="http://schemas.microsoft.com/office/drawing/2014/main" id="{4D6A1DB0-1E2E-D3B5-4050-088A93E93E12}"/>
              </a:ext>
            </a:extLst>
          </p:cNvPr>
          <p:cNvSpPr/>
          <p:nvPr/>
        </p:nvSpPr>
        <p:spPr>
          <a:xfrm>
            <a:off x="6431079" y="2585754"/>
            <a:ext cx="3379040" cy="3337118"/>
          </a:xfrm>
          <a:prstGeom prst="blockArc">
            <a:avLst>
              <a:gd name="adj1" fmla="val 16171977"/>
              <a:gd name="adj2" fmla="val 16034217"/>
              <a:gd name="adj3" fmla="val 14153"/>
            </a:avLst>
          </a:prstGeom>
          <a:solidFill>
            <a:srgbClr val="0883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150F97-D92E-1365-C05E-2557FCE6E5FD}"/>
              </a:ext>
            </a:extLst>
          </p:cNvPr>
          <p:cNvSpPr/>
          <p:nvPr/>
        </p:nvSpPr>
        <p:spPr>
          <a:xfrm>
            <a:off x="6689453" y="6043518"/>
            <a:ext cx="401690" cy="121113"/>
          </a:xfrm>
          <a:prstGeom prst="rect">
            <a:avLst/>
          </a:prstGeom>
          <a:solidFill>
            <a:srgbClr val="0883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C3ED5C-A7EB-55D5-438C-DA9C8E185D8A}"/>
              </a:ext>
            </a:extLst>
          </p:cNvPr>
          <p:cNvSpPr/>
          <p:nvPr/>
        </p:nvSpPr>
        <p:spPr>
          <a:xfrm>
            <a:off x="8209415" y="6043517"/>
            <a:ext cx="401690" cy="12111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44A13C-B096-C2BF-97C4-30C6A41B157F}"/>
              </a:ext>
            </a:extLst>
          </p:cNvPr>
          <p:cNvSpPr txBox="1"/>
          <p:nvPr/>
        </p:nvSpPr>
        <p:spPr>
          <a:xfrm>
            <a:off x="7079031" y="5976938"/>
            <a:ext cx="1344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정상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(Normal)</a:t>
            </a:r>
            <a:endParaRPr lang="ko-KR" altLang="en-US" sz="110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E23638-321A-2A3D-767D-41F192EB434F}"/>
              </a:ext>
            </a:extLst>
          </p:cNvPr>
          <p:cNvSpPr txBox="1"/>
          <p:nvPr/>
        </p:nvSpPr>
        <p:spPr>
          <a:xfrm>
            <a:off x="8623216" y="5976938"/>
            <a:ext cx="13443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사기 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(Fraud)</a:t>
            </a:r>
            <a:endParaRPr lang="ko-KR" altLang="en-US" sz="11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265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06778E5-8FD2-0AD1-CD49-77949CC3906A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9CB4C-1CE9-5590-DC95-4E954B66555B}"/>
              </a:ext>
            </a:extLst>
          </p:cNvPr>
          <p:cNvSpPr txBox="1"/>
          <p:nvPr/>
        </p:nvSpPr>
        <p:spPr>
          <a:xfrm>
            <a:off x="674915" y="493487"/>
            <a:ext cx="4201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2.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프로젝트 방법론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워크플로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0D54C99-4452-CBC2-021F-707851F5C666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B079A8-7328-E257-5839-40CD435D35D4}"/>
              </a:ext>
            </a:extLst>
          </p:cNvPr>
          <p:cNvSpPr txBox="1"/>
          <p:nvPr/>
        </p:nvSpPr>
        <p:spPr>
          <a:xfrm>
            <a:off x="674915" y="1339149"/>
            <a:ext cx="9590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이러한 불균형 문제를 해결하기 위해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본 프로젝트는 여러 모델 간 성능 비교 중심으로 한 방법론을 제안합니다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아래 순서도는 데이터 처리부터 모텔 평가까지의 전체 워크플로우를 보여줍니다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 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A255CE-0AA6-DFFE-528C-FE3A0EA1592C}"/>
              </a:ext>
            </a:extLst>
          </p:cNvPr>
          <p:cNvSpPr/>
          <p:nvPr/>
        </p:nvSpPr>
        <p:spPr>
          <a:xfrm>
            <a:off x="2590800" y="2631597"/>
            <a:ext cx="5543550" cy="38957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1.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원본 데이터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(284,807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건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)</a:t>
            </a:r>
            <a:endParaRPr lang="ko-KR" altLang="en-US" sz="1400" dirty="0">
              <a:solidFill>
                <a:srgbClr val="2A4171"/>
              </a:solidFill>
              <a:latin typeface="Pretendard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86C8A39-2FE3-30B7-2F07-594FC89D8E26}"/>
              </a:ext>
            </a:extLst>
          </p:cNvPr>
          <p:cNvSpPr/>
          <p:nvPr/>
        </p:nvSpPr>
        <p:spPr>
          <a:xfrm>
            <a:off x="2590800" y="3558380"/>
            <a:ext cx="5543550" cy="38957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2.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데이터 </a:t>
            </a:r>
            <a:r>
              <a:rPr lang="ko-KR" altLang="en-US" sz="1400" dirty="0" err="1">
                <a:solidFill>
                  <a:srgbClr val="2A4171"/>
                </a:solidFill>
                <a:latin typeface="Pretendard"/>
              </a:rPr>
              <a:t>전처리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(Time, Amount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피처 스케일링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)</a:t>
            </a:r>
            <a:endParaRPr lang="ko-KR" altLang="en-US" sz="1400" dirty="0">
              <a:solidFill>
                <a:srgbClr val="2A4171"/>
              </a:solidFill>
              <a:latin typeface="Pretendard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16E20F-5126-3B85-B21D-AF1DA7E72FCC}"/>
              </a:ext>
            </a:extLst>
          </p:cNvPr>
          <p:cNvSpPr/>
          <p:nvPr/>
        </p:nvSpPr>
        <p:spPr>
          <a:xfrm>
            <a:off x="2590800" y="4485163"/>
            <a:ext cx="5543550" cy="55283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BA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3.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모델 학습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(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예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: Logistic Regression, Random Forest, </a:t>
            </a:r>
            <a:r>
              <a:rPr lang="en-US" altLang="ko-KR" sz="1400" dirty="0" err="1">
                <a:solidFill>
                  <a:srgbClr val="2A4171"/>
                </a:solidFill>
                <a:latin typeface="Pretendard"/>
              </a:rPr>
              <a:t>AutoEncoder</a:t>
            </a:r>
            <a:r>
              <a:rPr lang="en-US" altLang="ko-KR" sz="1400" dirty="0">
                <a:solidFill>
                  <a:srgbClr val="2A4171"/>
                </a:solidFill>
                <a:latin typeface="Pretendard"/>
              </a:rPr>
              <a:t>, One-Class SVM </a:t>
            </a:r>
            <a:r>
              <a:rPr lang="ko-KR" altLang="en-US" sz="1400" dirty="0">
                <a:solidFill>
                  <a:srgbClr val="2A4171"/>
                </a:solidFill>
                <a:latin typeface="Pretendard"/>
              </a:rPr>
              <a:t>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F3F774-E35D-03CB-3E68-EBA72BCDB77E}"/>
              </a:ext>
            </a:extLst>
          </p:cNvPr>
          <p:cNvSpPr/>
          <p:nvPr/>
        </p:nvSpPr>
        <p:spPr>
          <a:xfrm>
            <a:off x="2590800" y="5575204"/>
            <a:ext cx="5543550" cy="55283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AD3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85E5D"/>
                </a:solidFill>
                <a:latin typeface="Pretendard"/>
              </a:rPr>
              <a:t>4. </a:t>
            </a:r>
            <a:r>
              <a:rPr lang="ko-KR" altLang="en-US" sz="1400" dirty="0">
                <a:solidFill>
                  <a:srgbClr val="085E5D"/>
                </a:solidFill>
                <a:latin typeface="Pretendard"/>
              </a:rPr>
              <a:t>성능</a:t>
            </a:r>
            <a:r>
              <a:rPr lang="en-US" altLang="ko-KR" sz="1400" dirty="0">
                <a:solidFill>
                  <a:srgbClr val="085E5D"/>
                </a:solidFill>
                <a:latin typeface="Pretendard"/>
              </a:rPr>
              <a:t> </a:t>
            </a:r>
            <a:r>
              <a:rPr lang="ko-KR" altLang="en-US" sz="1400" dirty="0">
                <a:solidFill>
                  <a:srgbClr val="085E5D"/>
                </a:solidFill>
                <a:latin typeface="Pretendard"/>
              </a:rPr>
              <a:t>평가 및 비교 </a:t>
            </a:r>
            <a:r>
              <a:rPr lang="en-US" altLang="ko-KR" sz="1400" dirty="0">
                <a:solidFill>
                  <a:srgbClr val="085E5D"/>
                </a:solidFill>
                <a:latin typeface="Pretendard"/>
              </a:rPr>
              <a:t>(Precision, Recall, F1-Score)</a:t>
            </a:r>
            <a:endParaRPr lang="ko-KR" altLang="en-US" sz="1400" dirty="0">
              <a:solidFill>
                <a:srgbClr val="085E5D"/>
              </a:solidFill>
              <a:latin typeface="Pretendard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FF6637-07CA-D711-BF58-BA72D29B7ECA}"/>
              </a:ext>
            </a:extLst>
          </p:cNvPr>
          <p:cNvCxnSpPr>
            <a:cxnSpLocks/>
          </p:cNvCxnSpPr>
          <p:nvPr/>
        </p:nvCxnSpPr>
        <p:spPr>
          <a:xfrm>
            <a:off x="5486400" y="3156745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EE022C5-037F-10BE-4233-0A86696A6582}"/>
              </a:ext>
            </a:extLst>
          </p:cNvPr>
          <p:cNvCxnSpPr>
            <a:cxnSpLocks/>
          </p:cNvCxnSpPr>
          <p:nvPr/>
        </p:nvCxnSpPr>
        <p:spPr>
          <a:xfrm>
            <a:off x="5486400" y="4080670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FE6DC63-461A-F959-93C6-1DD273E0D8DA}"/>
              </a:ext>
            </a:extLst>
          </p:cNvPr>
          <p:cNvCxnSpPr>
            <a:cxnSpLocks/>
          </p:cNvCxnSpPr>
          <p:nvPr/>
        </p:nvCxnSpPr>
        <p:spPr>
          <a:xfrm>
            <a:off x="5486400" y="5195095"/>
            <a:ext cx="0" cy="272255"/>
          </a:xfrm>
          <a:prstGeom prst="straightConnector1">
            <a:avLst/>
          </a:prstGeom>
          <a:ln w="19050" cap="flat" cmpd="sng" algn="ctr">
            <a:solidFill>
              <a:srgbClr val="27B7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96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7524A5D-7ED1-C6E0-7B13-7554A876F153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57F96-DDED-1273-6D7F-0438D3370EF9}"/>
              </a:ext>
            </a:extLst>
          </p:cNvPr>
          <p:cNvSpPr txBox="1"/>
          <p:nvPr/>
        </p:nvSpPr>
        <p:spPr>
          <a:xfrm>
            <a:off x="674915" y="493487"/>
            <a:ext cx="5272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평가지표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: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왜 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‘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정확도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’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는 함정인가</a:t>
            </a:r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rgbClr val="288690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A21BE1E-A7FA-7B7A-913F-9816C5FCF9A0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3B0A7D-9398-56C4-BE8C-14DD5C3E6EBF}"/>
              </a:ext>
            </a:extLst>
          </p:cNvPr>
          <p:cNvSpPr txBox="1"/>
          <p:nvPr/>
        </p:nvSpPr>
        <p:spPr>
          <a:xfrm>
            <a:off x="674915" y="1339149"/>
            <a:ext cx="9590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앞서 언급했듯이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, 99.8%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의 정확도는 사기 탐지에 실패했음을 의미할 수 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우리는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'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놓친 사기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'(False Negative)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를 최소화하는 데 집중해야 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이를 위해 혼동 행렬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(Confusion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Matrix)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기반의 지표를 사용합니다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/>
              </a:rPr>
              <a:t>.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F0221C-03D0-E9B5-1CCD-9BC02DCC715A}"/>
              </a:ext>
            </a:extLst>
          </p:cNvPr>
          <p:cNvGrpSpPr/>
          <p:nvPr/>
        </p:nvGrpSpPr>
        <p:grpSpPr>
          <a:xfrm>
            <a:off x="730162" y="2844105"/>
            <a:ext cx="4077381" cy="2877162"/>
            <a:chOff x="894669" y="2844105"/>
            <a:chExt cx="4833087" cy="28771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DA3277-C6D3-0823-0634-2C078979D0FA}"/>
                </a:ext>
              </a:extLst>
            </p:cNvPr>
            <p:cNvSpPr/>
            <p:nvPr/>
          </p:nvSpPr>
          <p:spPr>
            <a:xfrm>
              <a:off x="2009775" y="2844105"/>
              <a:ext cx="1853081" cy="584283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예측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정상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AC80CC-34DF-64DF-197D-E45D616458B1}"/>
                </a:ext>
              </a:extLst>
            </p:cNvPr>
            <p:cNvSpPr/>
            <p:nvPr/>
          </p:nvSpPr>
          <p:spPr>
            <a:xfrm>
              <a:off x="3856307" y="2844105"/>
              <a:ext cx="1853081" cy="584283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예측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정상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96DAA6-D7E6-0A85-BA3B-13B8F1524183}"/>
                </a:ext>
              </a:extLst>
            </p:cNvPr>
            <p:cNvSpPr/>
            <p:nvPr/>
          </p:nvSpPr>
          <p:spPr>
            <a:xfrm>
              <a:off x="895053" y="3428388"/>
              <a:ext cx="1114722" cy="1143612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실제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정상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97D4C91-A662-AEF3-08E8-4380FA9606C2}"/>
                </a:ext>
              </a:extLst>
            </p:cNvPr>
            <p:cNvSpPr/>
            <p:nvPr/>
          </p:nvSpPr>
          <p:spPr>
            <a:xfrm>
              <a:off x="895053" y="4572000"/>
              <a:ext cx="1114722" cy="1143612"/>
            </a:xfrm>
            <a:prstGeom prst="rect">
              <a:avLst/>
            </a:prstGeom>
            <a:solidFill>
              <a:srgbClr val="E0F7FA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실제</a:t>
              </a:r>
              <a:r>
                <a:rPr lang="en-US" altLang="ko-KR" sz="1400" b="1" dirty="0">
                  <a:solidFill>
                    <a:srgbClr val="22789F"/>
                  </a:solidFill>
                  <a:latin typeface="Pretendard"/>
                </a:rPr>
                <a:t>: </a:t>
              </a:r>
              <a:r>
                <a:rPr lang="ko-KR" altLang="en-US" sz="1400" b="1" dirty="0">
                  <a:solidFill>
                    <a:srgbClr val="22789F"/>
                  </a:solidFill>
                  <a:latin typeface="Pretendard"/>
                </a:rPr>
                <a:t>사기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E862ED9-A5CD-6A4E-D1D3-2BA346E8BA78}"/>
                </a:ext>
              </a:extLst>
            </p:cNvPr>
            <p:cNvSpPr/>
            <p:nvPr/>
          </p:nvSpPr>
          <p:spPr>
            <a:xfrm>
              <a:off x="2009775" y="3428388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  <a:latin typeface="Pretendard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28FD223-A7B0-8F55-D11D-3F7DD23291EB}"/>
                </a:ext>
              </a:extLst>
            </p:cNvPr>
            <p:cNvSpPr/>
            <p:nvPr/>
          </p:nvSpPr>
          <p:spPr>
            <a:xfrm>
              <a:off x="3871402" y="4566345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  <a:latin typeface="Pretendard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1D422AE-584B-485B-8647-F7D5A4E640EA}"/>
                </a:ext>
              </a:extLst>
            </p:cNvPr>
            <p:cNvSpPr/>
            <p:nvPr/>
          </p:nvSpPr>
          <p:spPr>
            <a:xfrm>
              <a:off x="2009775" y="4572000"/>
              <a:ext cx="1846532" cy="1143612"/>
            </a:xfrm>
            <a:prstGeom prst="rect">
              <a:avLst/>
            </a:prstGeom>
            <a:solidFill>
              <a:srgbClr val="FFFBEB"/>
            </a:solidFill>
            <a:ln w="19050">
              <a:solidFill>
                <a:srgbClr val="FCC8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B34C06"/>
                  </a:solidFill>
                  <a:latin typeface="Pretendard"/>
                </a:rPr>
                <a:t>FN</a:t>
              </a:r>
            </a:p>
            <a:p>
              <a:pPr algn="ctr"/>
              <a:r>
                <a:rPr lang="en-US" altLang="ko-KR" sz="1400" b="1" dirty="0">
                  <a:solidFill>
                    <a:srgbClr val="B34C06"/>
                  </a:solidFill>
                  <a:latin typeface="Pretendard"/>
                </a:rPr>
                <a:t>(False Negative)</a:t>
              </a:r>
              <a:endParaRPr lang="ko-KR" altLang="en-US" sz="1400" b="1" dirty="0">
                <a:solidFill>
                  <a:srgbClr val="B34C06"/>
                </a:solidFill>
                <a:latin typeface="Pretendard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37AAE45-50C5-5A70-8B50-EC07C7D55BB0}"/>
                </a:ext>
              </a:extLst>
            </p:cNvPr>
            <p:cNvSpPr/>
            <p:nvPr/>
          </p:nvSpPr>
          <p:spPr>
            <a:xfrm>
              <a:off x="3863442" y="3428388"/>
              <a:ext cx="1853080" cy="11436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3F0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TN</a:t>
              </a:r>
            </a:p>
            <a:p>
              <a:pPr algn="ctr"/>
              <a:r>
                <a:rPr lang="en-US" altLang="ko-KR" sz="1400" b="1" dirty="0">
                  <a:solidFill>
                    <a:srgbClr val="453C4D"/>
                  </a:solidFill>
                  <a:latin typeface="Pretendard"/>
                </a:rPr>
                <a:t>(True Negative)</a:t>
              </a:r>
              <a:endParaRPr lang="ko-KR" altLang="en-US" sz="1400" b="1" dirty="0">
                <a:solidFill>
                  <a:srgbClr val="453C4D"/>
                </a:solidFill>
                <a:latin typeface="Pretendard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DA65095-BCEC-2CB2-4CF9-A80AF7538942}"/>
                </a:ext>
              </a:extLst>
            </p:cNvPr>
            <p:cNvSpPr/>
            <p:nvPr/>
          </p:nvSpPr>
          <p:spPr>
            <a:xfrm>
              <a:off x="894669" y="2844717"/>
              <a:ext cx="4833087" cy="2876550"/>
            </a:xfrm>
            <a:prstGeom prst="roundRect">
              <a:avLst>
                <a:gd name="adj" fmla="val 3283"/>
              </a:avLst>
            </a:prstGeom>
            <a:noFill/>
            <a:ln w="28575">
              <a:solidFill>
                <a:srgbClr val="007B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EA9C152-A687-320D-11A8-F1D7709C688A}"/>
              </a:ext>
            </a:extLst>
          </p:cNvPr>
          <p:cNvSpPr txBox="1"/>
          <p:nvPr/>
        </p:nvSpPr>
        <p:spPr>
          <a:xfrm>
            <a:off x="5051475" y="2489613"/>
            <a:ext cx="5028941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Pretendard"/>
              </a:rPr>
              <a:t>핵심 지표 설명</a:t>
            </a:r>
            <a:endParaRPr lang="en-US" altLang="ko-KR" b="1" dirty="0">
              <a:latin typeface="Pretendard"/>
            </a:endParaRPr>
          </a:p>
          <a:p>
            <a:endParaRPr lang="en-US" altLang="ko-KR" dirty="0">
              <a:latin typeface="Pretendard"/>
            </a:endParaRPr>
          </a:p>
          <a:p>
            <a:r>
              <a:rPr lang="en-US" altLang="ko-KR" sz="1400" dirty="0">
                <a:solidFill>
                  <a:srgbClr val="C00000"/>
                </a:solidFill>
                <a:latin typeface="Pretendard"/>
              </a:rPr>
              <a:t>FaIse Negative (FN):</a:t>
            </a:r>
          </a:p>
          <a:p>
            <a:r>
              <a:rPr lang="ko-KR" altLang="en-US" sz="1400" dirty="0">
                <a:latin typeface="Pretendard"/>
              </a:rPr>
              <a:t>실제 </a:t>
            </a:r>
            <a:r>
              <a:rPr lang="en-US" altLang="ko-KR" sz="1400" dirty="0">
                <a:latin typeface="Pretendard"/>
              </a:rPr>
              <a:t>'</a:t>
            </a:r>
            <a:r>
              <a:rPr lang="ko-KR" altLang="en-US" sz="1400" dirty="0">
                <a:latin typeface="Pretendard"/>
              </a:rPr>
              <a:t>사기</a:t>
            </a:r>
            <a:r>
              <a:rPr lang="en-US" altLang="ko-KR" sz="1400" dirty="0">
                <a:latin typeface="Pretendard"/>
              </a:rPr>
              <a:t>'</a:t>
            </a:r>
            <a:r>
              <a:rPr lang="ko-KR" altLang="en-US" sz="1400" dirty="0">
                <a:latin typeface="Pretendard"/>
              </a:rPr>
              <a:t>를 </a:t>
            </a:r>
            <a:r>
              <a:rPr lang="en-US" altLang="ko-KR" sz="1400" dirty="0">
                <a:latin typeface="Pretendard"/>
              </a:rPr>
              <a:t>'</a:t>
            </a:r>
            <a:r>
              <a:rPr lang="ko-KR" altLang="en-US" sz="1400" dirty="0">
                <a:latin typeface="Pretendard"/>
              </a:rPr>
              <a:t>정상으로 잘못 예측</a:t>
            </a:r>
            <a:r>
              <a:rPr lang="en-US" altLang="ko-KR" sz="1400" dirty="0">
                <a:latin typeface="Pretendard"/>
              </a:rPr>
              <a:t>. (</a:t>
            </a:r>
            <a:r>
              <a:rPr lang="ko-KR" altLang="en-US" sz="1400" dirty="0">
                <a:latin typeface="Pretendard"/>
              </a:rPr>
              <a:t>가장 치명적인 오류</a:t>
            </a:r>
            <a:r>
              <a:rPr lang="en-US" altLang="ko-KR" sz="1400" dirty="0">
                <a:latin typeface="Pretendard"/>
              </a:rPr>
              <a:t>)</a:t>
            </a:r>
          </a:p>
          <a:p>
            <a:endParaRPr lang="en-US" altLang="ko-KR" sz="1400" dirty="0">
              <a:latin typeface="Pretendard"/>
            </a:endParaRPr>
          </a:p>
          <a:p>
            <a:r>
              <a:rPr lang="en-US" altLang="ko-KR" sz="1400" dirty="0">
                <a:solidFill>
                  <a:srgbClr val="155FEB"/>
                </a:solidFill>
                <a:latin typeface="Pretendard"/>
              </a:rPr>
              <a:t>Recall (</a:t>
            </a:r>
            <a:r>
              <a:rPr lang="ko-KR" altLang="en-US" sz="1400" dirty="0" err="1">
                <a:solidFill>
                  <a:srgbClr val="155FEB"/>
                </a:solidFill>
                <a:latin typeface="Pretendard"/>
              </a:rPr>
              <a:t>재현율</a:t>
            </a:r>
            <a:r>
              <a:rPr lang="en-US" altLang="ko-KR" sz="1400" dirty="0">
                <a:solidFill>
                  <a:srgbClr val="155FEB"/>
                </a:solidFill>
                <a:latin typeface="Pretendard"/>
              </a:rPr>
              <a:t>):</a:t>
            </a:r>
          </a:p>
          <a:p>
            <a:r>
              <a:rPr lang="ko-KR" altLang="en-US" sz="1400" dirty="0">
                <a:latin typeface="Pretendard"/>
              </a:rPr>
              <a:t>실제 사기</a:t>
            </a:r>
            <a:r>
              <a:rPr lang="en-US" altLang="ko-KR" sz="1400" dirty="0">
                <a:latin typeface="Pretendard"/>
              </a:rPr>
              <a:t>(TP+FN) </a:t>
            </a:r>
            <a:r>
              <a:rPr lang="ko-KR" altLang="en-US" sz="1400" dirty="0">
                <a:latin typeface="Pretendard"/>
              </a:rPr>
              <a:t>중에서 모텔이 사기</a:t>
            </a:r>
            <a:r>
              <a:rPr lang="en-US" altLang="ko-KR" sz="1400" dirty="0">
                <a:latin typeface="Pretendard"/>
              </a:rPr>
              <a:t>(TP)</a:t>
            </a:r>
            <a:r>
              <a:rPr lang="ko-KR" altLang="en-US" sz="1400" dirty="0">
                <a:latin typeface="Pretendard"/>
              </a:rPr>
              <a:t>라고 올바르게 탐지</a:t>
            </a:r>
          </a:p>
          <a:p>
            <a:r>
              <a:rPr lang="ko-KR" altLang="en-US" sz="1400" dirty="0">
                <a:latin typeface="Pretendard"/>
              </a:rPr>
              <a:t>한 비율</a:t>
            </a:r>
            <a:r>
              <a:rPr lang="en-US" altLang="ko-KR" sz="1400" dirty="0">
                <a:latin typeface="Pretendard"/>
              </a:rPr>
              <a:t>. </a:t>
            </a:r>
            <a:r>
              <a:rPr lang="ko-KR" altLang="en-US" sz="1400" b="1" dirty="0">
                <a:latin typeface="Pretendard"/>
              </a:rPr>
              <a:t>이 프로젝트의 가장 중요한 지표입니다</a:t>
            </a:r>
            <a:r>
              <a:rPr lang="en-US" altLang="ko-KR" sz="1400" b="1" dirty="0">
                <a:latin typeface="Pretendard"/>
              </a:rPr>
              <a:t>. (FN </a:t>
            </a:r>
            <a:r>
              <a:rPr lang="ko-KR" altLang="en-US" sz="1400" b="1" dirty="0">
                <a:latin typeface="Pretendard"/>
              </a:rPr>
              <a:t>최소화</a:t>
            </a:r>
            <a:r>
              <a:rPr lang="en-US" altLang="ko-KR" sz="1400" b="1" dirty="0">
                <a:latin typeface="Pretendard"/>
              </a:rPr>
              <a:t>)</a:t>
            </a:r>
          </a:p>
          <a:p>
            <a:endParaRPr lang="en-US" altLang="ko-KR" sz="1400" dirty="0">
              <a:latin typeface="Pretendard"/>
            </a:endParaRPr>
          </a:p>
          <a:p>
            <a:r>
              <a:rPr lang="en-US" altLang="ko-KR" sz="1400" dirty="0">
                <a:solidFill>
                  <a:srgbClr val="09A147"/>
                </a:solidFill>
                <a:latin typeface="Pretendard"/>
              </a:rPr>
              <a:t>Precision (</a:t>
            </a:r>
            <a:r>
              <a:rPr lang="ko-KR" altLang="en-US" sz="1400" dirty="0">
                <a:solidFill>
                  <a:srgbClr val="09A147"/>
                </a:solidFill>
                <a:latin typeface="Pretendard"/>
              </a:rPr>
              <a:t>정밀도</a:t>
            </a:r>
            <a:r>
              <a:rPr lang="en-US" altLang="ko-KR" sz="1400" dirty="0">
                <a:solidFill>
                  <a:srgbClr val="09A147"/>
                </a:solidFill>
                <a:latin typeface="Pretendard"/>
              </a:rPr>
              <a:t>):</a:t>
            </a:r>
          </a:p>
          <a:p>
            <a:r>
              <a:rPr lang="ko-KR" altLang="en-US" sz="1400" dirty="0">
                <a:latin typeface="Pretendard"/>
              </a:rPr>
              <a:t>모델이 사기</a:t>
            </a:r>
            <a:r>
              <a:rPr lang="en-US" altLang="ko-KR" sz="1400" dirty="0">
                <a:latin typeface="Pretendard"/>
              </a:rPr>
              <a:t>(TP+FP)</a:t>
            </a:r>
            <a:r>
              <a:rPr lang="ko-KR" altLang="en-US" sz="1400" dirty="0">
                <a:latin typeface="Pretendard"/>
              </a:rPr>
              <a:t>라고 예측한 것 중 실제 사기</a:t>
            </a:r>
            <a:r>
              <a:rPr lang="en-US" altLang="ko-KR" sz="1400" dirty="0">
                <a:latin typeface="Pretendard"/>
              </a:rPr>
              <a:t>(TP)</a:t>
            </a:r>
            <a:r>
              <a:rPr lang="ko-KR" altLang="en-US" sz="1400" dirty="0">
                <a:latin typeface="Pretendard"/>
              </a:rPr>
              <a:t>였던 비율</a:t>
            </a:r>
            <a:r>
              <a:rPr lang="en-US" altLang="ko-KR" sz="1400" dirty="0">
                <a:latin typeface="Pretendard"/>
              </a:rPr>
              <a:t>.</a:t>
            </a:r>
          </a:p>
          <a:p>
            <a:endParaRPr lang="en-US" altLang="ko-KR" sz="1400" dirty="0">
              <a:latin typeface="Pretendard"/>
            </a:endParaRPr>
          </a:p>
          <a:p>
            <a:r>
              <a:rPr lang="en-US" altLang="ko-KR" sz="1400" dirty="0">
                <a:latin typeface="Pretendard"/>
              </a:rPr>
              <a:t>F1-Score:</a:t>
            </a:r>
          </a:p>
          <a:p>
            <a:r>
              <a:rPr lang="en-US" altLang="ko-KR" sz="1400" dirty="0">
                <a:latin typeface="Pretendard"/>
              </a:rPr>
              <a:t>Precision</a:t>
            </a:r>
            <a:r>
              <a:rPr lang="ko-KR" altLang="en-US" sz="1400" dirty="0">
                <a:latin typeface="Pretendard"/>
              </a:rPr>
              <a:t>과 </a:t>
            </a:r>
            <a:r>
              <a:rPr lang="en-US" altLang="ko-KR" sz="1400" dirty="0">
                <a:latin typeface="Pretendard"/>
              </a:rPr>
              <a:t>Recall</a:t>
            </a:r>
            <a:r>
              <a:rPr lang="ko-KR" altLang="en-US" sz="1400" dirty="0">
                <a:latin typeface="Pretendard"/>
              </a:rPr>
              <a:t>의 조화 평균</a:t>
            </a:r>
            <a:r>
              <a:rPr lang="en-US" altLang="ko-KR" sz="1400" dirty="0">
                <a:latin typeface="Pretendard"/>
              </a:rPr>
              <a:t>. </a:t>
            </a:r>
            <a:r>
              <a:rPr lang="ko-KR" altLang="en-US" sz="1400" dirty="0">
                <a:latin typeface="Pretendard"/>
              </a:rPr>
              <a:t>두 지표의 균형을 봅니다</a:t>
            </a:r>
            <a:r>
              <a:rPr lang="en-US" altLang="ko-KR" sz="1400" dirty="0">
                <a:latin typeface="Pretendard"/>
              </a:rPr>
              <a:t>.</a:t>
            </a:r>
            <a:endParaRPr lang="ko-KR" altLang="en-US" sz="1400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749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19FAF07-772B-6360-EAFE-AFAB8D68E1AA}"/>
              </a:ext>
            </a:extLst>
          </p:cNvPr>
          <p:cNvSpPr/>
          <p:nvPr/>
        </p:nvSpPr>
        <p:spPr>
          <a:xfrm>
            <a:off x="486229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9E676-44F1-256F-74BC-9EE918A998AB}"/>
              </a:ext>
            </a:extLst>
          </p:cNvPr>
          <p:cNvSpPr txBox="1"/>
          <p:nvPr/>
        </p:nvSpPr>
        <p:spPr>
          <a:xfrm>
            <a:off x="674915" y="493487"/>
            <a:ext cx="2507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1.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분석 프로세스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6346D9F-B446-438D-7814-D8635CD3F02A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9F669E-38E8-8EA8-46C6-A21E501CCFE5}"/>
              </a:ext>
            </a:extLst>
          </p:cNvPr>
          <p:cNvSpPr txBox="1"/>
          <p:nvPr/>
        </p:nvSpPr>
        <p:spPr>
          <a:xfrm>
            <a:off x="1184296" y="2578156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1. </a:t>
            </a:r>
            <a:r>
              <a:rPr lang="ko-KR" altLang="en-US" dirty="0">
                <a:latin typeface="Pretendard"/>
              </a:rPr>
              <a:t>데이터 </a:t>
            </a:r>
            <a:r>
              <a:rPr lang="ko-KR" altLang="en-US" dirty="0" err="1">
                <a:latin typeface="Pretendard"/>
              </a:rPr>
              <a:t>전처리</a:t>
            </a:r>
            <a:endParaRPr lang="ko-KR" altLang="en-US" dirty="0">
              <a:latin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79A82F-6260-AC7C-A199-FCB860A8C32A}"/>
              </a:ext>
            </a:extLst>
          </p:cNvPr>
          <p:cNvSpPr txBox="1"/>
          <p:nvPr/>
        </p:nvSpPr>
        <p:spPr>
          <a:xfrm>
            <a:off x="3824195" y="257815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2. </a:t>
            </a:r>
            <a:r>
              <a:rPr lang="ko-KR" altLang="en-US" dirty="0">
                <a:latin typeface="Pretendard"/>
              </a:rPr>
              <a:t>모델 학습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3DAED-8E42-CD84-FF4F-D22E27EC9A64}"/>
              </a:ext>
            </a:extLst>
          </p:cNvPr>
          <p:cNvSpPr txBox="1"/>
          <p:nvPr/>
        </p:nvSpPr>
        <p:spPr>
          <a:xfrm>
            <a:off x="6002429" y="257815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3. </a:t>
            </a:r>
            <a:r>
              <a:rPr lang="ko-KR" altLang="en-US" dirty="0">
                <a:latin typeface="Pretendard"/>
              </a:rPr>
              <a:t>성능 평가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90F7A5-6253-9DDE-5E48-38E8B9909646}"/>
              </a:ext>
            </a:extLst>
          </p:cNvPr>
          <p:cNvSpPr txBox="1"/>
          <p:nvPr/>
        </p:nvSpPr>
        <p:spPr>
          <a:xfrm>
            <a:off x="8180663" y="257815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/>
              </a:rPr>
              <a:t>4. </a:t>
            </a:r>
            <a:r>
              <a:rPr lang="ko-KR" altLang="en-US" dirty="0">
                <a:latin typeface="Pretendard"/>
              </a:rPr>
              <a:t>최종 선정</a:t>
            </a:r>
          </a:p>
        </p:txBody>
      </p:sp>
      <p:pic>
        <p:nvPicPr>
          <p:cNvPr id="15" name="그래픽 14" descr="오른쪽 화살표 단색으로 채워진">
            <a:extLst>
              <a:ext uri="{FF2B5EF4-FFF2-40B4-BE49-F238E27FC236}">
                <a16:creationId xmlns:a16="http://schemas.microsoft.com/office/drawing/2014/main" id="{FFBD6412-AA53-96D4-F4C4-BA6275F39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4574" y="2578156"/>
            <a:ext cx="369604" cy="369604"/>
          </a:xfrm>
          <a:prstGeom prst="rect">
            <a:avLst/>
          </a:prstGeom>
        </p:spPr>
      </p:pic>
      <p:pic>
        <p:nvPicPr>
          <p:cNvPr id="16" name="그래픽 15" descr="오른쪽 화살표 단색으로 채워진">
            <a:extLst>
              <a:ext uri="{FF2B5EF4-FFF2-40B4-BE49-F238E27FC236}">
                <a16:creationId xmlns:a16="http://schemas.microsoft.com/office/drawing/2014/main" id="{D98EB181-7663-D9C4-F071-F881BBFD8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8108" y="2578156"/>
            <a:ext cx="369604" cy="369604"/>
          </a:xfrm>
          <a:prstGeom prst="rect">
            <a:avLst/>
          </a:prstGeom>
        </p:spPr>
      </p:pic>
      <p:pic>
        <p:nvPicPr>
          <p:cNvPr id="17" name="그래픽 16" descr="오른쪽 화살표 단색으로 채워진">
            <a:extLst>
              <a:ext uri="{FF2B5EF4-FFF2-40B4-BE49-F238E27FC236}">
                <a16:creationId xmlns:a16="http://schemas.microsoft.com/office/drawing/2014/main" id="{2F968343-DEBA-73FA-4B46-8BBA5BF82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1042" y="2578156"/>
            <a:ext cx="369604" cy="3696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CFAD22-150D-B2D2-70C2-86AFF7A4B34B}"/>
              </a:ext>
            </a:extLst>
          </p:cNvPr>
          <p:cNvSpPr txBox="1"/>
          <p:nvPr/>
        </p:nvSpPr>
        <p:spPr>
          <a:xfrm>
            <a:off x="1184296" y="3248661"/>
            <a:ext cx="1775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Pretendard"/>
              </a:rPr>
              <a:t>StandardScaler</a:t>
            </a:r>
            <a:r>
              <a:rPr lang="en-US" altLang="ko-KR" sz="1200" dirty="0">
                <a:latin typeface="Pretendard"/>
              </a:rPr>
              <a:t> </a:t>
            </a:r>
            <a:r>
              <a:rPr lang="ko-KR" altLang="en-US" sz="1200" dirty="0">
                <a:latin typeface="Pretendard"/>
              </a:rPr>
              <a:t>스케일링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Train/Test </a:t>
            </a:r>
            <a:r>
              <a:rPr lang="ko-KR" altLang="en-US" sz="1200" dirty="0">
                <a:latin typeface="Pretendard"/>
              </a:rPr>
              <a:t>분할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13011-332D-A8AF-2B31-F46220BC8E8C}"/>
              </a:ext>
            </a:extLst>
          </p:cNvPr>
          <p:cNvSpPr txBox="1"/>
          <p:nvPr/>
        </p:nvSpPr>
        <p:spPr>
          <a:xfrm>
            <a:off x="3824195" y="3248661"/>
            <a:ext cx="1478225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Pretendard"/>
              </a:rPr>
              <a:t>지도학습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 - Logistic</a:t>
            </a:r>
            <a:r>
              <a:rPr lang="ko-KR" altLang="en-US" sz="1200" dirty="0">
                <a:latin typeface="Pretendard"/>
              </a:rPr>
              <a:t> </a:t>
            </a:r>
            <a:r>
              <a:rPr lang="en-US" altLang="ko-KR" sz="1200" dirty="0">
                <a:latin typeface="Pretendard"/>
              </a:rPr>
              <a:t>Regression</a:t>
            </a:r>
          </a:p>
          <a:p>
            <a:r>
              <a:rPr lang="en-US" altLang="ko-KR" sz="1200" dirty="0">
                <a:latin typeface="Pretendard"/>
              </a:rPr>
              <a:t> - Random Forest</a:t>
            </a:r>
          </a:p>
          <a:p>
            <a:r>
              <a:rPr lang="en-US" altLang="ko-KR" sz="1200" dirty="0">
                <a:latin typeface="Pretendard"/>
              </a:rPr>
              <a:t> - RNN</a:t>
            </a:r>
          </a:p>
          <a:p>
            <a:r>
              <a:rPr lang="en-US" altLang="ko-KR" sz="1200" dirty="0">
                <a:latin typeface="Pretendard"/>
              </a:rPr>
              <a:t> - LSTM</a:t>
            </a:r>
          </a:p>
          <a:p>
            <a:r>
              <a:rPr lang="ko-KR" altLang="en-US" sz="1200" dirty="0">
                <a:latin typeface="Pretendard"/>
              </a:rPr>
              <a:t>비지도학습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 - One-Class SVM</a:t>
            </a:r>
          </a:p>
          <a:p>
            <a:r>
              <a:rPr lang="en-US" altLang="ko-KR" sz="1200" dirty="0">
                <a:latin typeface="Pretendard"/>
              </a:rPr>
              <a:t> - </a:t>
            </a:r>
            <a:r>
              <a:rPr lang="en-US" altLang="ko-KR" sz="1200" dirty="0" err="1">
                <a:latin typeface="Pretendard"/>
              </a:rPr>
              <a:t>AutoEncoder</a:t>
            </a:r>
            <a:endParaRPr lang="en-US" altLang="ko-KR" sz="1200" dirty="0">
              <a:latin typeface="Pretendard"/>
            </a:endParaRPr>
          </a:p>
          <a:p>
            <a:r>
              <a:rPr lang="en-US" altLang="ko-KR" sz="1200" dirty="0">
                <a:latin typeface="Pretendard"/>
              </a:rPr>
              <a:t> - Isolation Forest</a:t>
            </a:r>
          </a:p>
          <a:p>
            <a:r>
              <a:rPr lang="en-US" altLang="ko-KR" sz="1200" dirty="0">
                <a:latin typeface="Pretendard"/>
              </a:rPr>
              <a:t> - LOF</a:t>
            </a:r>
          </a:p>
          <a:p>
            <a:r>
              <a:rPr lang="en-US" altLang="ko-KR" sz="1200" dirty="0">
                <a:latin typeface="Pretendard"/>
              </a:rPr>
              <a:t> - DBSCAN</a:t>
            </a:r>
          </a:p>
          <a:p>
            <a:r>
              <a:rPr lang="en-US" altLang="ko-KR" sz="1200" dirty="0">
                <a:latin typeface="Pretendard"/>
              </a:rPr>
              <a:t> - VAE</a:t>
            </a:r>
          </a:p>
          <a:p>
            <a:r>
              <a:rPr lang="en-US" altLang="ko-KR" sz="1200" dirty="0">
                <a:latin typeface="Pretendard"/>
              </a:rPr>
              <a:t> - GAN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9E878-A254-A02C-1994-9715534EC05F}"/>
              </a:ext>
            </a:extLst>
          </p:cNvPr>
          <p:cNvSpPr txBox="1"/>
          <p:nvPr/>
        </p:nvSpPr>
        <p:spPr>
          <a:xfrm>
            <a:off x="6002429" y="3248661"/>
            <a:ext cx="1640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Pretendard"/>
              </a:rPr>
              <a:t>ROC-AUC, F1-Score</a:t>
            </a:r>
          </a:p>
          <a:p>
            <a:r>
              <a:rPr lang="en-US" altLang="ko-KR" sz="1200" dirty="0">
                <a:latin typeface="Pretendard"/>
              </a:rPr>
              <a:t>Average Precision </a:t>
            </a:r>
            <a:r>
              <a:rPr lang="ko-KR" altLang="en-US" sz="1200" dirty="0">
                <a:latin typeface="Pretendard"/>
              </a:rPr>
              <a:t>비교</a:t>
            </a:r>
            <a:endParaRPr lang="en-US" altLang="ko-KR" sz="1200" dirty="0"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911C04-8A0B-DAF3-095E-A6B9A8C9BE23}"/>
              </a:ext>
            </a:extLst>
          </p:cNvPr>
          <p:cNvSpPr txBox="1"/>
          <p:nvPr/>
        </p:nvSpPr>
        <p:spPr>
          <a:xfrm>
            <a:off x="8186675" y="3248661"/>
            <a:ext cx="1239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Pretendard"/>
              </a:rPr>
              <a:t>Best Model </a:t>
            </a:r>
            <a:r>
              <a:rPr lang="ko-KR" altLang="en-US" sz="1200" dirty="0">
                <a:latin typeface="Pretendard"/>
              </a:rPr>
              <a:t>도출</a:t>
            </a:r>
            <a:endParaRPr lang="en-US" altLang="ko-KR" sz="1200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3941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D34551-D0EF-33B3-D1DC-9EA55F867AC2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E7089-6BD4-0B8D-32B2-51B67FD68F76}"/>
              </a:ext>
            </a:extLst>
          </p:cNvPr>
          <p:cNvSpPr txBox="1"/>
          <p:nvPr/>
        </p:nvSpPr>
        <p:spPr>
          <a:xfrm>
            <a:off x="674915" y="493487"/>
            <a:ext cx="3340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1.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모델링 및 실험 상세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C86F107-1EBC-A3C0-40C2-4AF138169914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94C1A4B-01AA-FF5A-A224-12C71FB687F7}"/>
              </a:ext>
            </a:extLst>
          </p:cNvPr>
          <p:cNvGrpSpPr/>
          <p:nvPr/>
        </p:nvGrpSpPr>
        <p:grpSpPr>
          <a:xfrm>
            <a:off x="979714" y="1402770"/>
            <a:ext cx="4811486" cy="846386"/>
            <a:chOff x="979714" y="1666355"/>
            <a:chExt cx="4811486" cy="8463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F60852-0913-3F5D-ABC2-92543F07205E}"/>
                </a:ext>
              </a:extLst>
            </p:cNvPr>
            <p:cNvSpPr txBox="1"/>
            <p:nvPr/>
          </p:nvSpPr>
          <p:spPr>
            <a:xfrm>
              <a:off x="979714" y="1666355"/>
              <a:ext cx="4811486" cy="846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ko-KR" altLang="en-US" b="1" i="0" dirty="0">
                  <a:solidFill>
                    <a:srgbClr val="1F2937"/>
                  </a:solidFill>
                  <a:effectLst/>
                  <a:latin typeface="Pretendard"/>
                </a:rPr>
                <a:t>전통적 분류</a:t>
              </a:r>
              <a:r>
                <a:rPr lang="en-US" altLang="ko-KR" b="1" i="0" dirty="0">
                  <a:solidFill>
                    <a:srgbClr val="1F2937"/>
                  </a:solidFill>
                  <a:effectLst/>
                  <a:latin typeface="Pretendard"/>
                </a:rPr>
                <a:t>(</a:t>
              </a:r>
              <a:r>
                <a:rPr lang="ko-KR" altLang="en-US" b="1" dirty="0">
                  <a:solidFill>
                    <a:srgbClr val="1F2937"/>
                  </a:solidFill>
                  <a:latin typeface="Pretendard"/>
                </a:rPr>
                <a:t>지도학습</a:t>
              </a:r>
              <a:r>
                <a:rPr lang="en-US" altLang="ko-KR" b="1" i="0" dirty="0">
                  <a:solidFill>
                    <a:srgbClr val="1F2937"/>
                  </a:solidFill>
                  <a:effectLst/>
                  <a:latin typeface="Pretendard"/>
                </a:rPr>
                <a:t>)</a:t>
              </a:r>
            </a:p>
            <a:p>
              <a:pPr algn="l">
                <a:buNone/>
              </a:pPr>
              <a:endParaRPr lang="en-US" altLang="ko-KR" sz="700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Logistic Regression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데이터 불균형 가중치 적용</a:t>
              </a:r>
              <a:endParaRPr lang="en-US" altLang="ko-KR" sz="1200" dirty="0">
                <a:solidFill>
                  <a:srgbClr val="1F2937"/>
                </a:solidFill>
                <a:latin typeface="Pretendard"/>
              </a:endParaRPr>
            </a:p>
            <a:p>
              <a:pPr algn="l">
                <a:buNone/>
              </a:pPr>
              <a:r>
                <a:rPr lang="en-US" altLang="ko-KR" sz="1200" i="0" dirty="0">
                  <a:solidFill>
                    <a:srgbClr val="1F2937"/>
                  </a:solidFill>
                  <a:effectLst/>
                  <a:latin typeface="Pretendard"/>
                </a:rPr>
                <a:t>Random Forest</a:t>
              </a:r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앙상블 기법으로 </a:t>
              </a:r>
              <a:r>
                <a:rPr lang="ko-KR" altLang="en-US" sz="1100" dirty="0" err="1">
                  <a:solidFill>
                    <a:srgbClr val="1F2937"/>
                  </a:solidFill>
                  <a:latin typeface="Pretendard"/>
                </a:rPr>
                <a:t>과적합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 방지 및 성능 극대화</a:t>
              </a:r>
              <a:endParaRPr lang="en-US" altLang="ko-KR" sz="1600" i="0" dirty="0">
                <a:solidFill>
                  <a:srgbClr val="1F2937"/>
                </a:solidFill>
                <a:effectLst/>
                <a:latin typeface="Pretendard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1EBC590C-1380-A29B-99A7-20D887D5D962}"/>
                </a:ext>
              </a:extLst>
            </p:cNvPr>
            <p:cNvCxnSpPr/>
            <p:nvPr/>
          </p:nvCxnSpPr>
          <p:spPr>
            <a:xfrm>
              <a:off x="1071154" y="2029098"/>
              <a:ext cx="4476206" cy="0"/>
            </a:xfrm>
            <a:prstGeom prst="line">
              <a:avLst/>
            </a:prstGeom>
            <a:ln w="3810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B6403D4-1110-00B4-63EC-4D66FEC7C571}"/>
              </a:ext>
            </a:extLst>
          </p:cNvPr>
          <p:cNvGrpSpPr/>
          <p:nvPr/>
        </p:nvGrpSpPr>
        <p:grpSpPr>
          <a:xfrm>
            <a:off x="979714" y="4608841"/>
            <a:ext cx="4811486" cy="1031051"/>
            <a:chOff x="979714" y="4400846"/>
            <a:chExt cx="4811486" cy="10310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513DF4-16EC-C83D-3418-009438E17B82}"/>
                </a:ext>
              </a:extLst>
            </p:cNvPr>
            <p:cNvSpPr txBox="1"/>
            <p:nvPr/>
          </p:nvSpPr>
          <p:spPr>
            <a:xfrm>
              <a:off x="979714" y="4400846"/>
              <a:ext cx="4811486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ko-KR" altLang="en-US" b="1" i="0" dirty="0">
                  <a:solidFill>
                    <a:srgbClr val="1F2937"/>
                  </a:solidFill>
                  <a:effectLst/>
                  <a:latin typeface="Pretendard"/>
                </a:rPr>
                <a:t>딥러닝 기반</a:t>
              </a:r>
              <a:endParaRPr lang="en-US" altLang="ko-KR" b="1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endParaRPr lang="en-US" altLang="ko-KR" sz="700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r>
                <a:rPr lang="en-US" altLang="ko-KR" sz="1200" i="0" dirty="0" err="1">
                  <a:solidFill>
                    <a:srgbClr val="1F2937"/>
                  </a:solidFill>
                  <a:effectLst/>
                  <a:latin typeface="Pretendard"/>
                </a:rPr>
                <a:t>AutoEncoder</a:t>
              </a:r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	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재구성 오차</a:t>
              </a:r>
              <a:r>
                <a:rPr lang="en-US" altLang="ko-KR" sz="1100" dirty="0">
                  <a:solidFill>
                    <a:srgbClr val="1F2937"/>
                  </a:solidFill>
                  <a:latin typeface="Pretendard"/>
                </a:rPr>
                <a:t>(Reconstruction Error) 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기반 탐지</a:t>
              </a:r>
              <a:endParaRPr lang="en-US" altLang="ko-KR" sz="1100" dirty="0">
                <a:solidFill>
                  <a:srgbClr val="1F2937"/>
                </a:solidFill>
                <a:latin typeface="Pretendard"/>
              </a:endParaRPr>
            </a:p>
            <a:p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VAE/GAN	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생성 모델 기반의 이상 징후 탐지</a:t>
              </a:r>
              <a:endParaRPr lang="en-US" altLang="ko-KR" sz="1100" dirty="0">
                <a:solidFill>
                  <a:srgbClr val="1F2937"/>
                </a:solidFill>
                <a:latin typeface="Pretendard"/>
              </a:endParaRPr>
            </a:p>
            <a:p>
              <a:r>
                <a:rPr lang="en-US" altLang="ko-KR" sz="1100" dirty="0">
                  <a:solidFill>
                    <a:srgbClr val="1F2937"/>
                  </a:solidFill>
                  <a:latin typeface="Pretendard"/>
                </a:rPr>
                <a:t>RNN/LSTM	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시계열 데이터 특성 학습</a:t>
              </a:r>
              <a:endParaRPr lang="en-US" altLang="ko-KR" sz="1200" dirty="0">
                <a:solidFill>
                  <a:srgbClr val="1F2937"/>
                </a:solidFill>
                <a:latin typeface="Pretendard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F2043B8-9A1B-CFC3-6502-EB0044641237}"/>
                </a:ext>
              </a:extLst>
            </p:cNvPr>
            <p:cNvCxnSpPr/>
            <p:nvPr/>
          </p:nvCxnSpPr>
          <p:spPr>
            <a:xfrm>
              <a:off x="1071154" y="4749189"/>
              <a:ext cx="4476206" cy="0"/>
            </a:xfrm>
            <a:prstGeom prst="line">
              <a:avLst/>
            </a:prstGeom>
            <a:ln w="38100">
              <a:solidFill>
                <a:srgbClr val="E9A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CCB14E6-06F2-7DA0-7ACE-B83BE0C4D56B}"/>
              </a:ext>
            </a:extLst>
          </p:cNvPr>
          <p:cNvGrpSpPr/>
          <p:nvPr/>
        </p:nvGrpSpPr>
        <p:grpSpPr>
          <a:xfrm>
            <a:off x="979714" y="2913473"/>
            <a:ext cx="4811486" cy="1031051"/>
            <a:chOff x="979714" y="1666355"/>
            <a:chExt cx="4811486" cy="103105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67DDA0-DB9F-B85B-D6EC-BA936E716C29}"/>
                </a:ext>
              </a:extLst>
            </p:cNvPr>
            <p:cNvSpPr txBox="1"/>
            <p:nvPr/>
          </p:nvSpPr>
          <p:spPr>
            <a:xfrm>
              <a:off x="979714" y="1666355"/>
              <a:ext cx="4811486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ko-KR" altLang="en-US" b="1" i="0" dirty="0">
                  <a:solidFill>
                    <a:srgbClr val="1F2937"/>
                  </a:solidFill>
                  <a:effectLst/>
                  <a:latin typeface="Pretendard"/>
                </a:rPr>
                <a:t>전통적 이상치 탐지</a:t>
              </a:r>
              <a:endParaRPr lang="en-US" altLang="ko-KR" b="1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pPr algn="l">
                <a:buNone/>
              </a:pPr>
              <a:endParaRPr lang="en-US" altLang="ko-KR" sz="700" i="0" dirty="0">
                <a:solidFill>
                  <a:srgbClr val="1F2937"/>
                </a:solidFill>
                <a:effectLst/>
                <a:latin typeface="Pretendard"/>
              </a:endParaRPr>
            </a:p>
            <a:p>
              <a:r>
                <a:rPr lang="en-US" altLang="ko-KR" sz="1200" dirty="0">
                  <a:solidFill>
                    <a:srgbClr val="1F2937"/>
                  </a:solidFill>
                  <a:latin typeface="Pretendard"/>
                </a:rPr>
                <a:t>One-Class SVM	</a:t>
              </a:r>
              <a:r>
                <a:rPr lang="ko-KR" altLang="en-US" sz="1100" dirty="0">
                  <a:solidFill>
                    <a:srgbClr val="1F2937"/>
                  </a:solidFill>
                  <a:latin typeface="Pretendard"/>
                </a:rPr>
                <a:t>데이터 불균형 가중치 적용</a:t>
              </a:r>
              <a:endParaRPr lang="en-US" altLang="ko-KR" sz="1200" dirty="0">
                <a:solidFill>
                  <a:srgbClr val="1F2937"/>
                </a:solidFill>
                <a:latin typeface="Pretendard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Isolation Forest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	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시계열 데이터 특성 학습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endParaRPr>
            </a:p>
            <a:p>
              <a:pPr algn="l">
                <a:buNone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LOF/DBSCAN		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밀도 기반 탐지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고차원 데이터 성능 저조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F2937"/>
                  </a:solidFill>
                  <a:effectLst/>
                  <a:uLnTx/>
                  <a:uFillTx/>
                  <a:latin typeface="Pretendard"/>
                  <a:ea typeface="맑은 고딕" panose="020B0503020000020004" pitchFamily="50" charset="-127"/>
                  <a:cs typeface="+mn-cs"/>
                </a:rPr>
                <a:t>)</a:t>
              </a:r>
              <a:endParaRPr lang="en-US" altLang="ko-KR" sz="1600" i="0" dirty="0">
                <a:solidFill>
                  <a:srgbClr val="1F2937"/>
                </a:solidFill>
                <a:effectLst/>
                <a:latin typeface="Pretendard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9C50A4A-80D0-B82E-C92F-3F355D64BEA6}"/>
                </a:ext>
              </a:extLst>
            </p:cNvPr>
            <p:cNvCxnSpPr/>
            <p:nvPr/>
          </p:nvCxnSpPr>
          <p:spPr>
            <a:xfrm>
              <a:off x="1071154" y="2037807"/>
              <a:ext cx="4476206" cy="0"/>
            </a:xfrm>
            <a:prstGeom prst="line">
              <a:avLst/>
            </a:prstGeom>
            <a:ln w="3810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845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0202BFC-12DC-0612-93BD-DE1AE0A53C24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41E3EF-DF58-A537-64EC-5D648EA0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66" y="1797245"/>
            <a:ext cx="5796431" cy="40660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181D02-F0B0-9506-B468-CA723E95F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386"/>
          <a:stretch>
            <a:fillRect/>
          </a:stretch>
        </p:blipFill>
        <p:spPr>
          <a:xfrm>
            <a:off x="6957768" y="1797245"/>
            <a:ext cx="2938856" cy="16778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2153D67-6170-F784-EF9C-AB4326C90C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57" t="-1" b="13254"/>
          <a:stretch>
            <a:fillRect/>
          </a:stretch>
        </p:blipFill>
        <p:spPr>
          <a:xfrm>
            <a:off x="7092907" y="3664165"/>
            <a:ext cx="2663611" cy="22664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CEF0B3-4300-B5D6-95F9-EC43BB4F4749}"/>
              </a:ext>
            </a:extLst>
          </p:cNvPr>
          <p:cNvSpPr txBox="1"/>
          <p:nvPr/>
        </p:nvSpPr>
        <p:spPr>
          <a:xfrm>
            <a:off x="711566" y="1150914"/>
            <a:ext cx="69955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/>
              </a:rPr>
              <a:t>Time</a:t>
            </a:r>
            <a:r>
              <a:rPr lang="ko-KR" altLang="en-US" sz="1600" dirty="0">
                <a:latin typeface="Pretendard"/>
              </a:rPr>
              <a:t>과 </a:t>
            </a:r>
            <a:r>
              <a:rPr lang="en-US" altLang="ko-KR" sz="1600" dirty="0">
                <a:latin typeface="Pretendard"/>
              </a:rPr>
              <a:t>Amount </a:t>
            </a:r>
            <a:r>
              <a:rPr lang="ko-KR" altLang="en-US" sz="1600" dirty="0">
                <a:latin typeface="Pretendard"/>
              </a:rPr>
              <a:t>스케일링 </a:t>
            </a:r>
            <a:r>
              <a:rPr lang="en-US" altLang="ko-KR" sz="1600" dirty="0">
                <a:latin typeface="Pretendard"/>
              </a:rPr>
              <a:t>(V1~V28</a:t>
            </a:r>
            <a:r>
              <a:rPr lang="ko-KR" altLang="en-US" sz="1600" dirty="0">
                <a:latin typeface="Pretendard"/>
              </a:rPr>
              <a:t>은 이미 </a:t>
            </a:r>
            <a:r>
              <a:rPr lang="en-US" altLang="ko-KR" sz="1600" dirty="0">
                <a:latin typeface="Pretendard"/>
              </a:rPr>
              <a:t>PCA </a:t>
            </a:r>
            <a:r>
              <a:rPr lang="ko-KR" altLang="en-US" sz="1600" dirty="0">
                <a:latin typeface="Pretendard"/>
              </a:rPr>
              <a:t>변환되어 있음</a:t>
            </a:r>
            <a:r>
              <a:rPr lang="en-US" altLang="ko-KR" sz="1600" dirty="0">
                <a:latin typeface="Pretendard"/>
              </a:rPr>
              <a:t>)</a:t>
            </a:r>
          </a:p>
          <a:p>
            <a:endParaRPr lang="en-US" altLang="ko-KR" sz="300" dirty="0">
              <a:latin typeface="Pretendard"/>
            </a:endParaRPr>
          </a:p>
          <a:p>
            <a:r>
              <a:rPr lang="en-US" altLang="ko-KR" sz="1200" dirty="0" err="1">
                <a:latin typeface="Pretendard"/>
              </a:rPr>
              <a:t>StandardScalor</a:t>
            </a:r>
            <a:r>
              <a:rPr lang="ko-KR" altLang="en-US" sz="1200" dirty="0">
                <a:latin typeface="Pretendard"/>
              </a:rPr>
              <a:t> 이용</a:t>
            </a:r>
            <a:r>
              <a:rPr lang="en-US" altLang="ko-KR" sz="1200" dirty="0">
                <a:latin typeface="Pretendard"/>
              </a:rPr>
              <a:t>(</a:t>
            </a:r>
            <a:r>
              <a:rPr lang="ko-KR" altLang="en-US" sz="1200" dirty="0">
                <a:latin typeface="Pretendard"/>
              </a:rPr>
              <a:t>평균</a:t>
            </a:r>
            <a:r>
              <a:rPr lang="en-US" altLang="ko-KR" sz="1200" dirty="0">
                <a:latin typeface="Pretendard"/>
              </a:rPr>
              <a:t>: 0, </a:t>
            </a:r>
            <a:r>
              <a:rPr lang="ko-KR" altLang="en-US" sz="1200" dirty="0">
                <a:latin typeface="Pretendard"/>
              </a:rPr>
              <a:t>분산</a:t>
            </a:r>
            <a:r>
              <a:rPr lang="en-US" altLang="ko-KR" sz="1200" dirty="0">
                <a:latin typeface="Pretendard"/>
              </a:rPr>
              <a:t>: 1)</a:t>
            </a:r>
            <a:endParaRPr lang="ko-KR" altLang="en-US" sz="1200" dirty="0"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0CDA9-F585-F4B0-8932-25E7A8E58FFD}"/>
              </a:ext>
            </a:extLst>
          </p:cNvPr>
          <p:cNvSpPr txBox="1"/>
          <p:nvPr/>
        </p:nvSpPr>
        <p:spPr>
          <a:xfrm>
            <a:off x="674915" y="493487"/>
            <a:ext cx="2507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2.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데이터 </a:t>
            </a:r>
            <a:r>
              <a:rPr lang="ko-KR" altLang="en-US" sz="2400" b="1" dirty="0" err="1">
                <a:solidFill>
                  <a:srgbClr val="288690"/>
                </a:solidFill>
                <a:latin typeface="+mj-ea"/>
                <a:ea typeface="+mj-ea"/>
              </a:rPr>
              <a:t>전처리</a:t>
            </a:r>
            <a:endParaRPr lang="ko-KR" altLang="en-US" sz="2400" b="1" dirty="0">
              <a:solidFill>
                <a:srgbClr val="288690"/>
              </a:solidFill>
              <a:latin typeface="+mj-ea"/>
              <a:ea typeface="+mj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1F1599D-435E-6FDE-99F5-1ACC95CBC3D7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17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970426B-D961-E6C4-C6BB-451D9971B02B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1BDC33-E7DB-F854-F1FB-7E07EA8D3C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577" b="66730"/>
          <a:stretch>
            <a:fillRect/>
          </a:stretch>
        </p:blipFill>
        <p:spPr>
          <a:xfrm>
            <a:off x="3260046" y="1237343"/>
            <a:ext cx="2035363" cy="1998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D9E6A2-A184-0F84-F1AE-07B2E27202C2}"/>
              </a:ext>
            </a:extLst>
          </p:cNvPr>
          <p:cNvSpPr txBox="1"/>
          <p:nvPr/>
        </p:nvSpPr>
        <p:spPr>
          <a:xfrm>
            <a:off x="674915" y="493487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 학습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BF568EE-9BD3-1D7A-B198-B5BD84F43296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AC1D39-C319-4D83-3F8C-BF174C674EF5}"/>
              </a:ext>
            </a:extLst>
          </p:cNvPr>
          <p:cNvSpPr txBox="1"/>
          <p:nvPr/>
        </p:nvSpPr>
        <p:spPr>
          <a:xfrm>
            <a:off x="711567" y="1150914"/>
            <a:ext cx="2250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Logistic Regression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A70568B-AB94-7A35-575F-990838FE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77" r="50000" b="66730"/>
          <a:stretch>
            <a:fillRect/>
          </a:stretch>
        </p:blipFill>
        <p:spPr>
          <a:xfrm>
            <a:off x="7843889" y="1237343"/>
            <a:ext cx="2035363" cy="1998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50A39B-BAD9-D06E-4B48-7381DA6DF899}"/>
              </a:ext>
            </a:extLst>
          </p:cNvPr>
          <p:cNvSpPr txBox="1"/>
          <p:nvPr/>
        </p:nvSpPr>
        <p:spPr>
          <a:xfrm>
            <a:off x="5526498" y="1150914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Random Forest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A86C6B4-4EBA-BBFE-8437-96D0B88A51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r="24577" b="66730"/>
          <a:stretch>
            <a:fillRect/>
          </a:stretch>
        </p:blipFill>
        <p:spPr>
          <a:xfrm>
            <a:off x="3260046" y="3956628"/>
            <a:ext cx="2035363" cy="19980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345FC4-CC0A-C929-077E-9EA7D8A1F122}"/>
              </a:ext>
            </a:extLst>
          </p:cNvPr>
          <p:cNvSpPr txBox="1"/>
          <p:nvPr/>
        </p:nvSpPr>
        <p:spPr>
          <a:xfrm>
            <a:off x="711567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One-Class SVM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A146752-F22F-CFA2-0E67-2166364C3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65" r="74577" b="33365"/>
          <a:stretch>
            <a:fillRect/>
          </a:stretch>
        </p:blipFill>
        <p:spPr>
          <a:xfrm>
            <a:off x="7843889" y="3956628"/>
            <a:ext cx="2035363" cy="19980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12B65B-5D4D-AFF8-89A4-7D2E8F3BD76F}"/>
              </a:ext>
            </a:extLst>
          </p:cNvPr>
          <p:cNvSpPr txBox="1"/>
          <p:nvPr/>
        </p:nvSpPr>
        <p:spPr>
          <a:xfrm>
            <a:off x="5526498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Isolation Forest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62E0CB-959B-0A13-60B1-CE03DC19587D}"/>
              </a:ext>
            </a:extLst>
          </p:cNvPr>
          <p:cNvSpPr txBox="1"/>
          <p:nvPr/>
        </p:nvSpPr>
        <p:spPr>
          <a:xfrm>
            <a:off x="662160" y="1765165"/>
            <a:ext cx="301126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0.9722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0.1141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0.7189</a:t>
            </a:r>
            <a:b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높은 </a:t>
            </a:r>
            <a:r>
              <a:rPr lang="en-US" altLang="ko-KR" sz="1300" dirty="0"/>
              <a:t>ROC-AUC</a:t>
            </a:r>
            <a:r>
              <a:rPr lang="ko-KR" altLang="en-US" sz="1300" dirty="0"/>
              <a:t>를 보였으나</a:t>
            </a:r>
            <a:r>
              <a:rPr lang="en-US" altLang="ko-KR" sz="1300" dirty="0"/>
              <a:t>, Precision</a:t>
            </a:r>
            <a:r>
              <a:rPr lang="ko-KR" altLang="en-US" sz="1300" dirty="0"/>
              <a:t>이 낮아 </a:t>
            </a:r>
            <a:r>
              <a:rPr lang="en-US" altLang="ko-KR" sz="1300" dirty="0"/>
              <a:t>F1-Score</a:t>
            </a:r>
            <a:r>
              <a:rPr lang="ko-KR" altLang="en-US" sz="1300" dirty="0"/>
              <a:t>는</a:t>
            </a:r>
            <a:br>
              <a:rPr lang="en-US" altLang="ko-KR" sz="1300" dirty="0"/>
            </a:br>
            <a:r>
              <a:rPr lang="ko-KR" altLang="en-US" sz="1300" dirty="0"/>
              <a:t>저조함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9ACA19-7CF5-1555-62CD-8C22E89CB631}"/>
              </a:ext>
            </a:extLst>
          </p:cNvPr>
          <p:cNvSpPr txBox="1"/>
          <p:nvPr/>
        </p:nvSpPr>
        <p:spPr>
          <a:xfrm>
            <a:off x="5530977" y="1758986"/>
            <a:ext cx="24171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0.9529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0.8391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0.8542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과적합에 강하고 불균형 데이터에서도 안정적인 예측력 확보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37EE8F-4101-E60C-03C1-684423099F17}"/>
              </a:ext>
            </a:extLst>
          </p:cNvPr>
          <p:cNvSpPr txBox="1"/>
          <p:nvPr/>
        </p:nvSpPr>
        <p:spPr>
          <a:xfrm>
            <a:off x="711567" y="4443239"/>
            <a:ext cx="271938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0.9450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0.0708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0.3251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정상 데이터의 경계를 학습하여 이탈하는 데이터를 사기로 간주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학습 속도가 느리고 성능</a:t>
            </a:r>
            <a:r>
              <a:rPr lang="en-US" altLang="ko-KR" sz="1300" dirty="0"/>
              <a:t>(F1 0.07)</a:t>
            </a:r>
            <a:r>
              <a:rPr lang="ko-KR" altLang="en-US" sz="1300" dirty="0"/>
              <a:t>이 낮아 대용량 데이터에 부적합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CBB7E7-5986-954C-C405-65F276A9CE8F}"/>
              </a:ext>
            </a:extLst>
          </p:cNvPr>
          <p:cNvSpPr txBox="1"/>
          <p:nvPr/>
        </p:nvSpPr>
        <p:spPr>
          <a:xfrm>
            <a:off x="5526498" y="4443239"/>
            <a:ext cx="231739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0.9543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0.3220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0.2180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데이터의 고립 정도를 기반으로 이상치 탐지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비지도 학습 모델 중 가장 우수한 성능</a:t>
            </a:r>
            <a:r>
              <a:rPr lang="en-US" altLang="ko-KR" sz="1300" dirty="0"/>
              <a:t>(F1 0.32)</a:t>
            </a:r>
            <a:r>
              <a:rPr lang="ko-KR" altLang="en-US" sz="1300" dirty="0"/>
              <a:t>을 보임</a:t>
            </a:r>
          </a:p>
        </p:txBody>
      </p:sp>
    </p:spTree>
    <p:extLst>
      <p:ext uri="{BB962C8B-B14F-4D97-AF65-F5344CB8AC3E}">
        <p14:creationId xmlns:p14="http://schemas.microsoft.com/office/powerpoint/2010/main" val="320207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FD6B-018A-25A4-490E-A72364A1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941D923-BD2F-9FC3-9375-45DE91365905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B3264C-34A3-81B0-16A8-6CDBB2CE7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77" t="33365" r="50000" b="33365"/>
          <a:stretch>
            <a:fillRect/>
          </a:stretch>
        </p:blipFill>
        <p:spPr>
          <a:xfrm>
            <a:off x="3226705" y="1237343"/>
            <a:ext cx="2035363" cy="1998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4FB852-B253-B87E-3107-F23CA4ED4797}"/>
              </a:ext>
            </a:extLst>
          </p:cNvPr>
          <p:cNvSpPr txBox="1"/>
          <p:nvPr/>
        </p:nvSpPr>
        <p:spPr>
          <a:xfrm>
            <a:off x="674915" y="493487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 학습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B4C4C60-FCB0-25F4-FB67-B459F9BA3454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B57A43-3567-EAA2-0F18-D6AE0A2A573C}"/>
              </a:ext>
            </a:extLst>
          </p:cNvPr>
          <p:cNvSpPr txBox="1"/>
          <p:nvPr/>
        </p:nvSpPr>
        <p:spPr>
          <a:xfrm>
            <a:off x="711567" y="1150914"/>
            <a:ext cx="2250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LOF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A9B3326-BDDB-725A-18BA-243CE9E443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33365" r="24577" b="33365"/>
          <a:stretch>
            <a:fillRect/>
          </a:stretch>
        </p:blipFill>
        <p:spPr>
          <a:xfrm>
            <a:off x="7770341" y="1237343"/>
            <a:ext cx="2035363" cy="1998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129EC4-75AF-4C7D-1900-4565E26E355B}"/>
              </a:ext>
            </a:extLst>
          </p:cNvPr>
          <p:cNvSpPr txBox="1"/>
          <p:nvPr/>
        </p:nvSpPr>
        <p:spPr>
          <a:xfrm>
            <a:off x="5526498" y="1150914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DBSCAN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41D1100-BEFF-5088-8B9E-BE74ECE3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577" t="14" b="66716"/>
          <a:stretch>
            <a:fillRect/>
          </a:stretch>
        </p:blipFill>
        <p:spPr>
          <a:xfrm>
            <a:off x="3226705" y="3956628"/>
            <a:ext cx="2035363" cy="19980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C45CEC-7E07-257E-A534-6C35D50AB134}"/>
              </a:ext>
            </a:extLst>
          </p:cNvPr>
          <p:cNvSpPr txBox="1"/>
          <p:nvPr/>
        </p:nvSpPr>
        <p:spPr>
          <a:xfrm>
            <a:off x="711567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 err="1">
                <a:latin typeface="Pretendard"/>
              </a:rPr>
              <a:t>AutoEncoder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93C4D34-1254-0542-975F-BF9366F9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577" t="33365" b="33365"/>
          <a:stretch>
            <a:fillRect/>
          </a:stretch>
        </p:blipFill>
        <p:spPr>
          <a:xfrm>
            <a:off x="7770341" y="3956628"/>
            <a:ext cx="2035363" cy="19980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F749F2-58F7-E3C3-20A6-6E70547284E3}"/>
              </a:ext>
            </a:extLst>
          </p:cNvPr>
          <p:cNvSpPr txBox="1"/>
          <p:nvPr/>
        </p:nvSpPr>
        <p:spPr>
          <a:xfrm>
            <a:off x="5526498" y="3870199"/>
            <a:ext cx="1855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VAE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4C715F-8F21-6262-2825-853FADB8B295}"/>
              </a:ext>
            </a:extLst>
          </p:cNvPr>
          <p:cNvSpPr txBox="1"/>
          <p:nvPr/>
        </p:nvSpPr>
        <p:spPr>
          <a:xfrm>
            <a:off x="674915" y="1664164"/>
            <a:ext cx="244928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0.5025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0.0000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0.0028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데이터 밀도를 기반으로 지역적 이상치 탐지에 강점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사기 탐지율이 매우 낮음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C077E6-722E-ECCB-F7B6-7B8C34436C01}"/>
              </a:ext>
            </a:extLst>
          </p:cNvPr>
          <p:cNvSpPr txBox="1"/>
          <p:nvPr/>
        </p:nvSpPr>
        <p:spPr>
          <a:xfrm>
            <a:off x="5530977" y="1664164"/>
            <a:ext cx="241717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0.3433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0.0203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0.0056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클러스터링 기반으로 파라미터 민감도 높음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고차원 데이터에서 성능 저하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64B155-942F-DBC7-2935-0A7B92E00E52}"/>
              </a:ext>
            </a:extLst>
          </p:cNvPr>
          <p:cNvSpPr txBox="1"/>
          <p:nvPr/>
        </p:nvSpPr>
        <p:spPr>
          <a:xfrm>
            <a:off x="711567" y="4348417"/>
            <a:ext cx="241263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0.9619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0.0536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0.5462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입력 데이터를 압축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(Encoding)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후 복원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(Decoding)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하여 재구성 오차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(Reconstruction Error)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 큰 데이터를 사기로 탐지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ROC-AUC</a:t>
            </a:r>
            <a:r>
              <a:rPr lang="ko-KR" altLang="en-US" sz="1300" dirty="0"/>
              <a:t>는 높으나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임곗값</a:t>
            </a:r>
            <a:r>
              <a:rPr lang="ko-KR" altLang="en-US" sz="1300" dirty="0"/>
              <a:t> 설정에 따라 </a:t>
            </a:r>
            <a:r>
              <a:rPr lang="en-US" altLang="ko-KR" sz="1300" dirty="0"/>
              <a:t>Precision</a:t>
            </a:r>
            <a:r>
              <a:rPr lang="ko-KR" altLang="en-US" sz="1300" dirty="0"/>
              <a:t>이 낮아 </a:t>
            </a:r>
            <a:r>
              <a:rPr lang="en-US" altLang="ko-KR" sz="1300" dirty="0"/>
              <a:t>F1-Score</a:t>
            </a:r>
            <a:r>
              <a:rPr lang="ko-KR" altLang="en-US" sz="1300" dirty="0"/>
              <a:t>가 낮게 측정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2457CF-73F8-710B-57F6-DE364D6BF299}"/>
              </a:ext>
            </a:extLst>
          </p:cNvPr>
          <p:cNvSpPr txBox="1"/>
          <p:nvPr/>
        </p:nvSpPr>
        <p:spPr>
          <a:xfrm>
            <a:off x="5526498" y="4348417"/>
            <a:ext cx="241717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0.9438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0.0522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0.3024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확률적 분포를 학습하는 생성 모델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Autoencoder</a:t>
            </a:r>
            <a:r>
              <a:rPr lang="ko-KR" altLang="en-US" sz="1300" dirty="0"/>
              <a:t>와 유사한 성능 패턴을 보임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44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43E0-7577-0995-47C4-4293E0CA7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18F236A-0701-A36B-86F2-D8EAFADE3540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EE79FA-7934-A22F-5E40-DB2EFDE4A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8" t="66730" r="74685"/>
          <a:stretch>
            <a:fillRect/>
          </a:stretch>
        </p:blipFill>
        <p:spPr>
          <a:xfrm>
            <a:off x="3285795" y="1237343"/>
            <a:ext cx="2035363" cy="19980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FC9C5C-5ACD-E8F5-77BE-53A3FB2EF924}"/>
              </a:ext>
            </a:extLst>
          </p:cNvPr>
          <p:cNvSpPr txBox="1"/>
          <p:nvPr/>
        </p:nvSpPr>
        <p:spPr>
          <a:xfrm>
            <a:off x="674915" y="493487"/>
            <a:ext cx="189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3.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모델 학습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99283A6-673F-BDDD-C5DA-E9C998273581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52B5EC-9D07-1686-44ED-93D140AE830C}"/>
              </a:ext>
            </a:extLst>
          </p:cNvPr>
          <p:cNvSpPr txBox="1"/>
          <p:nvPr/>
        </p:nvSpPr>
        <p:spPr>
          <a:xfrm>
            <a:off x="711567" y="1150914"/>
            <a:ext cx="2250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GAN</a:t>
            </a:r>
            <a:endParaRPr lang="ko-KR" altLang="en-US" sz="1600" dirty="0">
              <a:latin typeface="Pretendar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CC7909-5691-3045-4FC6-EDB33124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69" t="66730" r="24608"/>
          <a:stretch>
            <a:fillRect/>
          </a:stretch>
        </p:blipFill>
        <p:spPr>
          <a:xfrm>
            <a:off x="7770341" y="1237343"/>
            <a:ext cx="2035363" cy="1998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80240C-7EB6-BCD4-F415-6D3B266A110D}"/>
              </a:ext>
            </a:extLst>
          </p:cNvPr>
          <p:cNvSpPr txBox="1"/>
          <p:nvPr/>
        </p:nvSpPr>
        <p:spPr>
          <a:xfrm>
            <a:off x="5526498" y="1150914"/>
            <a:ext cx="2129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RNN </a:t>
            </a:r>
            <a:r>
              <a:rPr lang="en-US" altLang="ko-KR" sz="2000" dirty="0" err="1">
                <a:latin typeface="Pretendard"/>
              </a:rPr>
              <a:t>AutoEncoder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D788D1-5D2B-E9FA-F367-A72DFE2B9378}"/>
              </a:ext>
            </a:extLst>
          </p:cNvPr>
          <p:cNvSpPr txBox="1"/>
          <p:nvPr/>
        </p:nvSpPr>
        <p:spPr>
          <a:xfrm>
            <a:off x="711566" y="3870199"/>
            <a:ext cx="2184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/>
              </a:rPr>
              <a:t>LSTM </a:t>
            </a:r>
            <a:r>
              <a:rPr lang="en-US" altLang="ko-KR" sz="2000" dirty="0" err="1">
                <a:latin typeface="Pretendard"/>
              </a:rPr>
              <a:t>AutoEncoder</a:t>
            </a:r>
            <a:endParaRPr lang="ko-KR" altLang="en-US" sz="1600" dirty="0"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AF7645-2184-21BD-2A18-AC5C4F285A28}"/>
              </a:ext>
            </a:extLst>
          </p:cNvPr>
          <p:cNvSpPr txBox="1"/>
          <p:nvPr/>
        </p:nvSpPr>
        <p:spPr>
          <a:xfrm>
            <a:off x="674915" y="1672557"/>
            <a:ext cx="26108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0.5143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0.0128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0.0177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생성자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(Generator)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와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판별자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(Discriminator)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의 경쟁 학습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300" dirty="0"/>
              <a:t>학습이 불안정 할 수 있으나 새로운 패턴 탐지에 유용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D03185-72E5-FB1D-505D-0C8BCCBDD5AF}"/>
              </a:ext>
            </a:extLst>
          </p:cNvPr>
          <p:cNvSpPr txBox="1"/>
          <p:nvPr/>
        </p:nvSpPr>
        <p:spPr>
          <a:xfrm>
            <a:off x="5530977" y="1672557"/>
            <a:ext cx="212455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0.9592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0.0553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0.5073</a:t>
            </a: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시계열적 패턴이 명확할 때 효과적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ROC-AUC</a:t>
            </a:r>
            <a:r>
              <a:rPr lang="ko-KR" altLang="en-US" sz="1300" dirty="0"/>
              <a:t>는 우수하나</a:t>
            </a:r>
            <a:r>
              <a:rPr lang="en-US" altLang="ko-KR" sz="1300" dirty="0"/>
              <a:t>, F1-Score</a:t>
            </a:r>
            <a:r>
              <a:rPr lang="ko-KR" altLang="en-US" sz="1300" dirty="0"/>
              <a:t>는 낮음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803168-EFBB-6BF7-FC4F-F77A2225CE25}"/>
              </a:ext>
            </a:extLst>
          </p:cNvPr>
          <p:cNvSpPr txBox="1"/>
          <p:nvPr/>
        </p:nvSpPr>
        <p:spPr>
          <a:xfrm>
            <a:off x="711568" y="4356810"/>
            <a:ext cx="233437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ROC-AUC Score: 0.9550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F1 Score: 0.0557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Average Precision: 0.5448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시계열적 패턴이 명확할 때 효과적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300" dirty="0"/>
              <a:t>ROC-AUC</a:t>
            </a:r>
            <a:r>
              <a:rPr lang="ko-KR" altLang="en-US" sz="1300" dirty="0"/>
              <a:t>는 우수하나</a:t>
            </a:r>
            <a:r>
              <a:rPr lang="en-US" altLang="ko-KR" sz="1300" dirty="0"/>
              <a:t>, F1-Score</a:t>
            </a:r>
            <a:r>
              <a:rPr lang="ko-KR" altLang="en-US" sz="1300" dirty="0"/>
              <a:t>는 낮음</a:t>
            </a:r>
            <a:endParaRPr lang="ko-KR" alt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6523CA-8EA9-85EE-72AC-7DB263CA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77" t="66563" r="50000" b="167"/>
          <a:stretch>
            <a:fillRect/>
          </a:stretch>
        </p:blipFill>
        <p:spPr>
          <a:xfrm>
            <a:off x="3285795" y="3870199"/>
            <a:ext cx="2035363" cy="199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89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8E857-63A5-E053-E4DD-99BABD2B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FF0252-C635-F80B-816E-DD5D6201D25E}"/>
              </a:ext>
            </a:extLst>
          </p:cNvPr>
          <p:cNvSpPr/>
          <p:nvPr/>
        </p:nvSpPr>
        <p:spPr>
          <a:xfrm>
            <a:off x="471715" y="268514"/>
            <a:ext cx="9869714" cy="6320971"/>
          </a:xfrm>
          <a:prstGeom prst="roundRect">
            <a:avLst>
              <a:gd name="adj" fmla="val 208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924BB-E115-486C-BB36-B6F770B3AB44}"/>
              </a:ext>
            </a:extLst>
          </p:cNvPr>
          <p:cNvSpPr txBox="1"/>
          <p:nvPr/>
        </p:nvSpPr>
        <p:spPr>
          <a:xfrm>
            <a:off x="674915" y="493487"/>
            <a:ext cx="116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88690"/>
                </a:solidFill>
                <a:latin typeface="+mj-ea"/>
                <a:ea typeface="+mj-ea"/>
              </a:rPr>
              <a:t>4. </a:t>
            </a:r>
            <a:r>
              <a:rPr lang="ko-KR" altLang="en-US" sz="2400" b="1" dirty="0">
                <a:solidFill>
                  <a:srgbClr val="288690"/>
                </a:solidFill>
                <a:latin typeface="+mj-ea"/>
                <a:ea typeface="+mj-ea"/>
              </a:rPr>
              <a:t>결론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B7B26CB-36C8-AB56-EA54-19BBC641928D}"/>
              </a:ext>
            </a:extLst>
          </p:cNvPr>
          <p:cNvCxnSpPr>
            <a:cxnSpLocks/>
          </p:cNvCxnSpPr>
          <p:nvPr/>
        </p:nvCxnSpPr>
        <p:spPr>
          <a:xfrm flipV="1">
            <a:off x="674915" y="979717"/>
            <a:ext cx="9463314" cy="58057"/>
          </a:xfrm>
          <a:prstGeom prst="line">
            <a:avLst/>
          </a:prstGeom>
          <a:ln w="38100">
            <a:solidFill>
              <a:srgbClr val="04BF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260896BE-6BC7-A2AE-A62D-DED72FE2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1" y="1248248"/>
            <a:ext cx="4857750" cy="180369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E189B28-0D61-C3A1-4931-A85B1164F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1" y="3806056"/>
            <a:ext cx="4857750" cy="22102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A6E76B-044A-DE54-31FC-642FC59AF6DD}"/>
              </a:ext>
            </a:extLst>
          </p:cNvPr>
          <p:cNvSpPr txBox="1"/>
          <p:nvPr/>
        </p:nvSpPr>
        <p:spPr>
          <a:xfrm>
            <a:off x="926058" y="1202699"/>
            <a:ext cx="376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"/>
              </a:rPr>
              <a:t>최종 선정 모델</a:t>
            </a:r>
            <a:r>
              <a:rPr lang="en-US" altLang="ko-KR" sz="1600" dirty="0">
                <a:latin typeface="Pretendard"/>
              </a:rPr>
              <a:t>: Random Forest</a:t>
            </a:r>
            <a:endParaRPr lang="ko-KR" altLang="en-US" sz="1200" dirty="0">
              <a:latin typeface="Pretendard"/>
            </a:endParaRPr>
          </a:p>
        </p:txBody>
      </p:sp>
      <p:pic>
        <p:nvPicPr>
          <p:cNvPr id="24" name="그래픽 23" descr="왕관 단색으로 채워진">
            <a:extLst>
              <a:ext uri="{FF2B5EF4-FFF2-40B4-BE49-F238E27FC236}">
                <a16:creationId xmlns:a16="http://schemas.microsoft.com/office/drawing/2014/main" id="{C95DA672-A978-3603-2E80-932C8FEFE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4275" y="1037774"/>
            <a:ext cx="493247" cy="493247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D2A67BA-B280-6412-D3CD-773CE2DD281D}"/>
              </a:ext>
            </a:extLst>
          </p:cNvPr>
          <p:cNvSpPr/>
          <p:nvPr/>
        </p:nvSpPr>
        <p:spPr>
          <a:xfrm>
            <a:off x="926058" y="1657847"/>
            <a:ext cx="3462914" cy="1593073"/>
          </a:xfrm>
          <a:prstGeom prst="roundRect">
            <a:avLst>
              <a:gd name="adj" fmla="val 57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불균형 데이터에서 가장 중요한 지표인 </a:t>
            </a:r>
            <a:r>
              <a:rPr lang="en-US" altLang="ko-KR" sz="1200" dirty="0"/>
              <a:t>F1-Score(0.84)</a:t>
            </a:r>
            <a:r>
              <a:rPr lang="ko-KR" altLang="en-US" sz="1200" dirty="0"/>
              <a:t>와 </a:t>
            </a:r>
            <a:r>
              <a:rPr lang="en-US" altLang="ko-KR" sz="1200" dirty="0"/>
              <a:t>Average Precision(0.85)</a:t>
            </a:r>
            <a:r>
              <a:rPr lang="ko-KR" altLang="en-US" sz="1200" dirty="0"/>
              <a:t>에서 가장 높은 점수 획득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en-US" altLang="ko-KR" sz="9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정상 거래를 사기로 잘못 판단하는 </a:t>
            </a:r>
            <a:r>
              <a:rPr lang="ko-KR" altLang="en-US" sz="1200" dirty="0" err="1"/>
              <a:t>오탐</a:t>
            </a:r>
            <a:r>
              <a:rPr lang="en-US" altLang="ko-KR" sz="1200" dirty="0"/>
              <a:t>(False Positive)</a:t>
            </a:r>
            <a:r>
              <a:rPr lang="ko-KR" altLang="en-US" sz="1200" dirty="0"/>
              <a:t>을 최소화하면서도 높은 </a:t>
            </a:r>
            <a:r>
              <a:rPr lang="ko-KR" altLang="en-US" sz="1200" dirty="0" err="1"/>
              <a:t>재현율</a:t>
            </a:r>
            <a:r>
              <a:rPr lang="en-US" altLang="ko-KR" sz="1200" dirty="0"/>
              <a:t>(Recall)</a:t>
            </a:r>
            <a:r>
              <a:rPr lang="ko-KR" altLang="en-US" sz="1200" dirty="0"/>
              <a:t> 유지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B618E6F-00B5-4C30-AE50-256910C25A7C}"/>
              </a:ext>
            </a:extLst>
          </p:cNvPr>
          <p:cNvSpPr/>
          <p:nvPr/>
        </p:nvSpPr>
        <p:spPr>
          <a:xfrm>
            <a:off x="926058" y="3945634"/>
            <a:ext cx="3462914" cy="2550663"/>
          </a:xfrm>
          <a:prstGeom prst="roundRect">
            <a:avLst>
              <a:gd name="adj" fmla="val 57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1</a:t>
            </a:r>
            <a:r>
              <a:rPr lang="ko-KR" altLang="en-US" sz="1200" dirty="0"/>
              <a:t>차 필터링 </a:t>
            </a:r>
            <a:r>
              <a:rPr lang="en-US" altLang="ko-KR" sz="1200" dirty="0"/>
              <a:t>(Logistic Regression): </a:t>
            </a:r>
            <a:r>
              <a:rPr lang="ko-KR" altLang="en-US" sz="1200" dirty="0"/>
              <a:t>빠른 속도와 높은 </a:t>
            </a:r>
            <a:r>
              <a:rPr lang="en-US" altLang="ko-KR" sz="1200" dirty="0"/>
              <a:t>Recall</a:t>
            </a:r>
            <a:r>
              <a:rPr lang="ko-KR" altLang="en-US" sz="1200" dirty="0"/>
              <a:t>을 활용하여 실시간 의심 거래 </a:t>
            </a:r>
            <a:r>
              <a:rPr lang="en-US" altLang="ko-KR" sz="1200" dirty="0"/>
              <a:t>1</a:t>
            </a:r>
            <a:r>
              <a:rPr lang="ko-KR" altLang="en-US" sz="1200" dirty="0"/>
              <a:t>차 필터링에 활용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en-US" altLang="ko-KR" sz="9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2</a:t>
            </a:r>
            <a:r>
              <a:rPr lang="ko-KR" altLang="en-US" sz="1200" dirty="0"/>
              <a:t>차 정밀 탐지 </a:t>
            </a:r>
            <a:r>
              <a:rPr lang="en-US" altLang="ko-KR" sz="1200" dirty="0"/>
              <a:t>(Random Forest): 1</a:t>
            </a:r>
            <a:r>
              <a:rPr lang="ko-KR" altLang="en-US" sz="1200" dirty="0"/>
              <a:t>차 필터링 된 거래를 정밀 분석하여 최종 사기 여부 판단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en-US" altLang="ko-KR" sz="1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신규 패턴 모니터링 </a:t>
            </a:r>
            <a:r>
              <a:rPr lang="en-US" altLang="ko-KR" sz="1200" dirty="0"/>
              <a:t>(Isolation Forest / </a:t>
            </a:r>
            <a:r>
              <a:rPr lang="en-US" altLang="ko-KR" sz="1200" dirty="0" err="1"/>
              <a:t>AutoEncoder</a:t>
            </a:r>
            <a:r>
              <a:rPr lang="en-US" altLang="ko-KR" sz="1200" dirty="0"/>
              <a:t>): </a:t>
            </a:r>
            <a:r>
              <a:rPr lang="ko-KR" altLang="en-US" sz="1200" dirty="0"/>
              <a:t>기존에 알려지지 않은 새로운 사기 패턴</a:t>
            </a:r>
            <a:r>
              <a:rPr lang="en-US" altLang="ko-KR" sz="1200" dirty="0"/>
              <a:t>(</a:t>
            </a:r>
            <a:r>
              <a:rPr lang="ko-KR" altLang="en-US" sz="1200" dirty="0"/>
              <a:t>이상 징후</a:t>
            </a:r>
            <a:r>
              <a:rPr lang="en-US" altLang="ko-KR" sz="1200" dirty="0"/>
              <a:t>)</a:t>
            </a:r>
            <a:r>
              <a:rPr lang="ko-KR" altLang="en-US" sz="1200" dirty="0"/>
              <a:t> 탐지 위한 보조 모델로 활용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7AAC11-5020-BB2F-A7F4-9901A0F327A5}"/>
              </a:ext>
            </a:extLst>
          </p:cNvPr>
          <p:cNvSpPr txBox="1"/>
          <p:nvPr/>
        </p:nvSpPr>
        <p:spPr>
          <a:xfrm>
            <a:off x="926058" y="3607080"/>
            <a:ext cx="3763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Pretendard"/>
              </a:rPr>
              <a:t>모델별</a:t>
            </a:r>
            <a:r>
              <a:rPr lang="ko-KR" altLang="en-US" sz="1600" dirty="0">
                <a:latin typeface="Pretendard"/>
              </a:rPr>
              <a:t> 활용 방안</a:t>
            </a:r>
            <a:endParaRPr lang="ko-KR" altLang="en-US" sz="1200" dirty="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93833734"/>
      </p:ext>
    </p:extLst>
  </p:cSld>
  <p:clrMapOvr>
    <a:masterClrMapping/>
  </p:clrMapOvr>
</p:sld>
</file>

<file path=ppt/theme/theme1.xml><?xml version="1.0" encoding="utf-8"?>
<a:theme xmlns:a="http://schemas.openxmlformats.org/drawingml/2006/main" name="보기">
  <a:themeElements>
    <a:clrScheme name="보기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보기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보기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463</TotalTime>
  <Words>1035</Words>
  <Application>Microsoft Office PowerPoint</Application>
  <PresentationFormat>와이드스크린</PresentationFormat>
  <Paragraphs>187</Paragraphs>
  <Slides>11</Slides>
  <Notes>0</Notes>
  <HiddenSlides>3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Pretendard</vt:lpstr>
      <vt:lpstr>맑은 고딕</vt:lpstr>
      <vt:lpstr>Arial</vt:lpstr>
      <vt:lpstr>Wingdings 2</vt:lpstr>
      <vt:lpstr>보기</vt:lpstr>
      <vt:lpstr>신용카드 이상결제 탐지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이한울</dc:creator>
  <cp:lastModifiedBy>이한울</cp:lastModifiedBy>
  <cp:revision>2</cp:revision>
  <dcterms:created xsi:type="dcterms:W3CDTF">2025-11-24T03:39:09Z</dcterms:created>
  <dcterms:modified xsi:type="dcterms:W3CDTF">2025-12-07T10:24:42Z</dcterms:modified>
</cp:coreProperties>
</file>